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EA9D-9388-C0F1-ED55-14A835DD8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AB069-399B-EECC-F9F0-C7A24D3B6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8DF7C-387F-916E-B13F-69E1D89A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39581-A899-2908-06EC-518C04BF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B55C8-0EC9-B771-0577-F0515BFE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9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0054-7BF6-99B9-A398-9B9C13FA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28CD3-4B58-17A2-E36F-6C01E7823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065D0-3FCE-3E2F-AECF-68C9C97D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2A35B-274E-C030-FD9B-4F870B64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71C01-E4A1-43C4-68B6-AD145B90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0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85CC-5A01-E705-0A64-EAC082E3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D9F5A-BC81-5098-909F-B2744D0C4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70D15-CEA3-FC47-E52D-E4406D13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EBF6-9C4A-1021-A7BE-2D417DDF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0E120-CD51-F979-55B7-1E3FEB14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5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0530-FFAC-52AC-A7B5-57B926AA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504F-16E8-EABB-43EE-AE3BA2920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D70FD-02CB-956F-1862-933CB1DCC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86446-D328-7195-C267-FE2C2DCD7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E4619-FF09-55E9-BEB1-758E2407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1E231-80CA-E86B-E645-260D98A0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36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70A8-9705-270D-84A0-B8814166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A5120-C443-4960-D31C-507DB0296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A7ADE-F625-38D5-2594-C40D48FAF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4FB62-2024-F274-EC38-B64291605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2A7F9-1A63-E054-60FD-465CFC26A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DEA45-AD3B-0B1C-0759-A9AF4920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42E41-9852-90AC-360D-B07475F9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B1863-896C-95F9-D496-545C629B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7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8396-91B2-1DBB-54A9-4C837758F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563EE-14AB-FF7E-1D7A-1A0EB7A4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B58A5B-B106-AC11-5787-0BC89C79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1E4D9-6B5A-31B5-210A-C2B1AC494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6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50E609-7CC2-03EC-03D4-5BF7AB4D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451AD-5D68-BAF5-16DE-C38B7788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BA2D4-8342-6EB1-1EB7-8B0D96E4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9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9A44-4597-01C4-3F71-726D25AD2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F9DC4-37BF-22E3-80AB-9DCE6D8B0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E082D-7702-14FC-4402-95C30B988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2E159-9893-58A7-BDAC-503099FB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D005-95AA-313E-B8A7-28BEA774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2AA0C-9029-7047-A303-9033A7BB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0C32-E7BE-FF53-EFFA-5E4348A7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82420-8B71-4846-C4F7-6AC5A9B5F11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C772E-6298-6DE5-7F87-B0050326A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9F488-A9DA-F6B8-56C7-1FDF21E8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3C2B0-1D4F-85E3-6439-C4807E89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EF61-6FC3-B9C5-9BF4-AE63FA7D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0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6E69-85A2-2417-F253-D0A05056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C7532-4534-2A24-27CD-6A8F65CEB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D18C3-4D5C-F1B6-E1CD-F928E157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B833B-A70D-9F1B-5E22-9B642E6E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91525-4EFF-8241-E517-A0136471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78E09E-462D-E5A0-7C90-F88BE5A7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A073E-BD95-3E76-AD8C-304D5EC0C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AC9F8-CCAF-1110-9649-DCBA00EB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A0CDF-87D4-073E-E222-FDF06B8C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2A0A-016B-EDCA-FEDC-AAC20F84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5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672F30-9F87-4679-1373-81B0736E5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EDEC-2810-5245-6AF9-D398FE08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50AA1-72AD-B8FF-E4F0-A4303C4389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A9659-EA93-4D80-8646-6D970D7C14B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FE2AA-A578-824F-D3C4-1BA36E3FD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3884-C064-0E56-72E9-C109E1A1B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131F5-80CB-4248-A690-C23B35E26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2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44B4-7396-179D-97E0-AAFB4789D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Arrays, .map(), </a:t>
            </a:r>
            <a:r>
              <a:rPr lang="en-US"/>
              <a:t>and Rendering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31E89-DD26-F30B-E913-0FEEF3A12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9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D82C-7F83-EC33-C061-40AC2666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8255"/>
            <a:ext cx="10515600" cy="1325563"/>
          </a:xfrm>
        </p:spPr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321C-09C0-6E0D-0C08-9DAE763D8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27759"/>
            <a:ext cx="5325208" cy="5166826"/>
          </a:xfrm>
        </p:spPr>
        <p:txBody>
          <a:bodyPr/>
          <a:lstStyle/>
          <a:p>
            <a:r>
              <a:rPr lang="en-US" dirty="0"/>
              <a:t>Inside </a:t>
            </a:r>
            <a:r>
              <a:rPr lang="en-US" dirty="0" err="1"/>
              <a:t>App.jsx</a:t>
            </a:r>
            <a:r>
              <a:rPr lang="en-US" dirty="0"/>
              <a:t>, create an array called </a:t>
            </a:r>
            <a:r>
              <a:rPr lang="en-US" dirty="0">
                <a:highlight>
                  <a:srgbClr val="808080"/>
                </a:highlight>
              </a:rPr>
              <a:t>observations</a:t>
            </a:r>
            <a:r>
              <a:rPr lang="en-US" dirty="0"/>
              <a:t>:</a:t>
            </a:r>
          </a:p>
          <a:p>
            <a:r>
              <a:rPr lang="en-US" dirty="0"/>
              <a:t>An array is just a collection: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item is an object.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13C87-E576-BF67-DD4D-80F52E629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820" y="1137308"/>
            <a:ext cx="4630880" cy="458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EC7EDC-D517-FBFC-A584-AC422BD5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939" y="2747888"/>
            <a:ext cx="2543530" cy="105742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71A8DEE-3D7C-2D2B-C5C0-31F067F49DC1}"/>
              </a:ext>
            </a:extLst>
          </p:cNvPr>
          <p:cNvSpPr/>
          <p:nvPr/>
        </p:nvSpPr>
        <p:spPr>
          <a:xfrm>
            <a:off x="6455884" y="1983637"/>
            <a:ext cx="2930487" cy="9584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E2DA2-25E4-69D0-619B-38D36F1D2106}"/>
              </a:ext>
            </a:extLst>
          </p:cNvPr>
          <p:cNvSpPr txBox="1"/>
          <p:nvPr/>
        </p:nvSpPr>
        <p:spPr>
          <a:xfrm>
            <a:off x="4505533" y="2907267"/>
            <a:ext cx="1742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 1</a:t>
            </a:r>
          </a:p>
          <a:p>
            <a:r>
              <a:rPr lang="en-US" dirty="0"/>
              <a:t>object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877964-ED27-254A-9232-16D1BFB47202}"/>
              </a:ext>
            </a:extLst>
          </p:cNvPr>
          <p:cNvCxnSpPr>
            <a:cxnSpLocks/>
          </p:cNvCxnSpPr>
          <p:nvPr/>
        </p:nvCxnSpPr>
        <p:spPr>
          <a:xfrm flipV="1">
            <a:off x="6025823" y="2747888"/>
            <a:ext cx="664270" cy="6436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41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76EB-F611-CF19-FD68-8EBE7E9AD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24" y="106390"/>
            <a:ext cx="10515600" cy="1325563"/>
          </a:xfrm>
        </p:spPr>
        <p:txBody>
          <a:bodyPr/>
          <a:lstStyle/>
          <a:p>
            <a:r>
              <a:rPr lang="en-US" dirty="0"/>
              <a:t>Access one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F79E-D313-82B3-6F91-41899B240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42" y="1343818"/>
            <a:ext cx="10869058" cy="4833145"/>
          </a:xfrm>
        </p:spPr>
        <p:txBody>
          <a:bodyPr/>
          <a:lstStyle/>
          <a:p>
            <a:r>
              <a:rPr lang="en-US" dirty="0"/>
              <a:t>You can access the first item with index 0: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C0C0C0"/>
                </a:highlight>
              </a:rPr>
              <a:t>observation[0]</a:t>
            </a:r>
          </a:p>
          <a:p>
            <a:r>
              <a:rPr lang="en-US" dirty="0"/>
              <a:t>So 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C0C0C0"/>
                </a:highlight>
              </a:rPr>
              <a:t>observation[0].species</a:t>
            </a:r>
          </a:p>
          <a:p>
            <a:r>
              <a:rPr lang="en-US" dirty="0"/>
              <a:t>gives: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C0C0C0"/>
                </a:highlight>
              </a:rPr>
              <a:t>Monarch Butterfly</a:t>
            </a:r>
          </a:p>
          <a:p>
            <a:r>
              <a:rPr lang="en-US" dirty="0"/>
              <a:t>Change index to access other items. For example,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C0C0C0"/>
                </a:highlight>
              </a:rPr>
              <a:t>observations[1].species</a:t>
            </a:r>
          </a:p>
          <a:p>
            <a:r>
              <a:rPr lang="en-US" dirty="0"/>
              <a:t>gives: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C0C0C0"/>
                </a:highlight>
              </a:rPr>
              <a:t>American Robin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859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6E84-C011-ED95-73AE-61272865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27" y="18255"/>
            <a:ext cx="10515600" cy="1325563"/>
          </a:xfrm>
        </p:spPr>
        <p:txBody>
          <a:bodyPr/>
          <a:lstStyle/>
          <a:p>
            <a:r>
              <a:rPr lang="en-US" dirty="0"/>
              <a:t>Why .map() is useful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76B36-0F9D-A7F9-4CFC-90E9D431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27" y="1387173"/>
            <a:ext cx="6169786" cy="5170037"/>
          </a:xfrm>
        </p:spPr>
        <p:txBody>
          <a:bodyPr/>
          <a:lstStyle/>
          <a:p>
            <a:r>
              <a:rPr lang="en-US" dirty="0"/>
              <a:t>Suppose we have an array </a:t>
            </a:r>
            <a:r>
              <a:rPr lang="en-US" dirty="0">
                <a:highlight>
                  <a:srgbClr val="C0C0C0"/>
                </a:highlight>
              </a:rPr>
              <a:t>animals</a:t>
            </a:r>
            <a:r>
              <a:rPr lang="en-US" dirty="0"/>
              <a:t>:</a:t>
            </a:r>
          </a:p>
          <a:p>
            <a:r>
              <a:rPr lang="en-US" dirty="0"/>
              <a:t>We can go through each item using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result becomes: </a:t>
            </a:r>
          </a:p>
          <a:p>
            <a:r>
              <a:rPr lang="en-US" dirty="0"/>
              <a:t>So .map() basically means:</a:t>
            </a:r>
          </a:p>
          <a:p>
            <a:pPr lvl="1"/>
            <a:r>
              <a:rPr lang="en-US" b="1" dirty="0"/>
              <a:t>Go through every item in this array and create something new from each one.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0B258-D00D-B539-F774-5E39B2C3B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413" y="1387174"/>
            <a:ext cx="2457657" cy="1306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BB62C8-ED5C-89D8-20C0-9EFA4AEEBC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933"/>
          <a:stretch>
            <a:fillRect/>
          </a:stretch>
        </p:blipFill>
        <p:spPr>
          <a:xfrm>
            <a:off x="3640895" y="2366071"/>
            <a:ext cx="2747665" cy="432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26DF92-BD18-AB97-5C51-39C53E777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878" y="3188368"/>
            <a:ext cx="4478685" cy="976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E4C007-C1F0-8308-E660-94BA19BB3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203" y="4208181"/>
            <a:ext cx="2294571" cy="122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5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5014-DCE6-CDF9-168F-A9EA95B2D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3" y="18255"/>
            <a:ext cx="10515600" cy="1325563"/>
          </a:xfrm>
        </p:spPr>
        <p:txBody>
          <a:bodyPr/>
          <a:lstStyle/>
          <a:p>
            <a:r>
              <a:rPr lang="en-US" dirty="0"/>
              <a:t>Render a list in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19024-67F3-D556-216A-6420B3278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447" y="1277815"/>
            <a:ext cx="10949353" cy="4899148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App.jsx</a:t>
            </a:r>
            <a:r>
              <a:rPr lang="en-US" dirty="0"/>
              <a:t> code this:</a:t>
            </a:r>
          </a:p>
          <a:p>
            <a:r>
              <a:rPr lang="en-US" dirty="0"/>
              <a:t>React will display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React create one &lt;p&gt; for each item.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B6495-F4C3-B252-E864-44319BFE9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559" y="827412"/>
            <a:ext cx="2930768" cy="5203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486E4-9982-16E0-F2C3-45DD84E28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38" y="2371576"/>
            <a:ext cx="1581371" cy="105742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88AABE5-F7E5-58E1-67AB-4D386055726F}"/>
              </a:ext>
            </a:extLst>
          </p:cNvPr>
          <p:cNvSpPr/>
          <p:nvPr/>
        </p:nvSpPr>
        <p:spPr>
          <a:xfrm>
            <a:off x="6402840" y="3821962"/>
            <a:ext cx="2930487" cy="9584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45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635F-6FBB-20A0-7744-F4F1B72D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65" y="31750"/>
            <a:ext cx="10515600" cy="1325563"/>
          </a:xfrm>
        </p:spPr>
        <p:txBody>
          <a:bodyPr/>
          <a:lstStyle/>
          <a:p>
            <a:r>
              <a:rPr lang="en-US" dirty="0"/>
              <a:t>Apply array and .map to </a:t>
            </a:r>
            <a:r>
              <a:rPr lang="en-US" dirty="0" err="1"/>
              <a:t>ObservationCard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D388B-154F-8642-8F55-88F40E6DF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357313"/>
            <a:ext cx="10677525" cy="4714875"/>
          </a:xfrm>
        </p:spPr>
        <p:txBody>
          <a:bodyPr/>
          <a:lstStyle/>
          <a:p>
            <a:r>
              <a:rPr lang="en-US" dirty="0"/>
              <a:t>In lesson 2, we created </a:t>
            </a:r>
            <a:r>
              <a:rPr lang="en-US" dirty="0" err="1"/>
              <a:t>ObservationCard.jsx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in </a:t>
            </a:r>
            <a:r>
              <a:rPr lang="en-US" dirty="0" err="1"/>
              <a:t>App.jsx</a:t>
            </a:r>
            <a:r>
              <a:rPr lang="en-US" dirty="0"/>
              <a:t>, write code (see attached App_lesson4_1.jsx)</a:t>
            </a:r>
          </a:p>
          <a:p>
            <a:r>
              <a:rPr lang="en-US" dirty="0"/>
              <a:t>Now React creates three cards automatically.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62DB2-7781-894B-E581-150B0DCAB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387" y="1757219"/>
            <a:ext cx="443927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48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CE5E-22D1-268D-569A-2CC462D6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8255"/>
            <a:ext cx="10515600" cy="1325563"/>
          </a:xfrm>
        </p:spPr>
        <p:txBody>
          <a:bodyPr/>
          <a:lstStyle/>
          <a:p>
            <a:r>
              <a:rPr lang="en-US" dirty="0"/>
              <a:t>Understand what .map() is doing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028F-7EF2-26D2-FED6-3DC07BE64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343818"/>
            <a:ext cx="10515600" cy="4351338"/>
          </a:xfrm>
        </p:spPr>
        <p:txBody>
          <a:bodyPr/>
          <a:lstStyle/>
          <a:p>
            <a:r>
              <a:rPr lang="en-US" dirty="0"/>
              <a:t>This:                                                      means: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Conceptually: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03794-F885-6A3C-B1C7-9C9D7A353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338" y="1411906"/>
            <a:ext cx="3381847" cy="1257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75F03C-DF28-4DAA-124B-965183AA2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817" y="1368092"/>
            <a:ext cx="2417752" cy="2584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E6CF1B-31A7-967F-DE3A-769075E94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770" y="3308714"/>
            <a:ext cx="2586022" cy="24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76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2BF9-1D24-281B-8D78-F5BB2418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54" y="177556"/>
            <a:ext cx="10515600" cy="1325563"/>
          </a:xfrm>
        </p:spPr>
        <p:txBody>
          <a:bodyPr/>
          <a:lstStyle/>
          <a:p>
            <a:r>
              <a:rPr lang="en-US" dirty="0"/>
              <a:t>Add a key prop to </a:t>
            </a:r>
            <a:r>
              <a:rPr lang="en-US" dirty="0" err="1"/>
              <a:t>ObservationCard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B1502-8704-5BF4-0F8A-A2822C580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2" y="1406769"/>
            <a:ext cx="11154508" cy="4770194"/>
          </a:xfrm>
        </p:spPr>
        <p:txBody>
          <a:bodyPr/>
          <a:lstStyle/>
          <a:p>
            <a:r>
              <a:rPr lang="en-US" dirty="0"/>
              <a:t>So we change:                                      to:</a:t>
            </a:r>
          </a:p>
          <a:p>
            <a:endParaRPr lang="en-US" dirty="0"/>
          </a:p>
          <a:p>
            <a:r>
              <a:rPr lang="en-US" dirty="0"/>
              <a:t>Now React can identify each card.</a:t>
            </a:r>
          </a:p>
          <a:p>
            <a:r>
              <a:rPr lang="en-US" dirty="0"/>
              <a:t>Why key matters?</a:t>
            </a:r>
          </a:p>
          <a:p>
            <a:pPr lvl="1"/>
            <a:r>
              <a:rPr lang="en-US" dirty="0"/>
              <a:t>Imagine React currently has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Then observation 2 changes.</a:t>
            </a:r>
          </a:p>
          <a:p>
            <a:pPr lvl="1"/>
            <a:r>
              <a:rPr lang="en-US" dirty="0"/>
              <a:t>Because each item has a unique key, React knows exactly which component changed.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94DA2-B2A0-83E1-9B3D-02D987834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62" y="1571483"/>
            <a:ext cx="2562583" cy="866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B18FFE-D351-E5FD-BA08-D2FA77927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71483"/>
            <a:ext cx="2991267" cy="1019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B8956F-2BA8-4FCE-86E7-02FEDC897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563" y="3516985"/>
            <a:ext cx="1657581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7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2DA6-3157-26F4-7F83-9391C12E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07" y="0"/>
            <a:ext cx="10515600" cy="1325563"/>
          </a:xfrm>
        </p:spPr>
        <p:txBody>
          <a:bodyPr/>
          <a:lstStyle/>
          <a:p>
            <a:r>
              <a:rPr lang="en-US" dirty="0"/>
              <a:t>A cleaner way: pass the whole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BA993-DF78-FCB0-0B3D-71E588B97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216" y="1325562"/>
            <a:ext cx="10515600" cy="5297975"/>
          </a:xfrm>
        </p:spPr>
        <p:txBody>
          <a:bodyPr/>
          <a:lstStyle/>
          <a:p>
            <a:r>
              <a:rPr lang="en-US" dirty="0"/>
              <a:t>When an object has many fields, instead of passing every property separately: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we could pass the whole object:  </a:t>
            </a:r>
          </a:p>
          <a:p>
            <a:r>
              <a:rPr lang="en-US" dirty="0"/>
              <a:t>Then change ObservationCard_lesson4_2.jsx:                                                             </a:t>
            </a:r>
          </a:p>
          <a:p>
            <a:r>
              <a:rPr lang="en-US" dirty="0"/>
              <a:t>See attached App_lesson4_2.jsx.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53088-8D7C-B5FD-4CB6-55D313FD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915" y="1766434"/>
            <a:ext cx="3610479" cy="123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F33798-B385-7D1A-B3BD-10BFBBE4C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394" y="2883451"/>
            <a:ext cx="2419688" cy="857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44761-51F1-5C9E-EB4B-E5D6B7361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463" y="3974549"/>
            <a:ext cx="3943900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609E-5CE2-070C-239B-5EDD1E95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24" y="18255"/>
            <a:ext cx="10515600" cy="1325563"/>
          </a:xfrm>
        </p:spPr>
        <p:txBody>
          <a:bodyPr/>
          <a:lstStyle/>
          <a:p>
            <a:r>
              <a:rPr lang="en-US" dirty="0"/>
              <a:t>Add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DF567-639A-88DE-CA0A-CEB5BFCB7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324" y="1219200"/>
            <a:ext cx="11801111" cy="5498123"/>
          </a:xfrm>
        </p:spPr>
        <p:txBody>
          <a:bodyPr/>
          <a:lstStyle/>
          <a:p>
            <a:r>
              <a:rPr lang="en-US" dirty="0"/>
              <a:t>Suppose the user types </a:t>
            </a:r>
          </a:p>
          <a:p>
            <a:r>
              <a:rPr lang="en-US" dirty="0"/>
              <a:t>We only want matching observations.</a:t>
            </a:r>
          </a:p>
          <a:p>
            <a:r>
              <a:rPr lang="en-US" dirty="0"/>
              <a:t>Start with </a:t>
            </a:r>
          </a:p>
          <a:p>
            <a:r>
              <a:rPr lang="en-US" dirty="0"/>
              <a:t>Then create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render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67D91-CCCD-CEC0-AF1F-96049496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460" y="1219200"/>
            <a:ext cx="939827" cy="455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063F48-6803-50F0-A9CF-1272D9BE7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547" y="2316926"/>
            <a:ext cx="4556733" cy="455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D580BD-AAD1-2357-A002-EC1198CC5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547" y="3250732"/>
            <a:ext cx="5760625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399F24-0985-BE78-88F8-3AE2162EF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9121" y="4788415"/>
            <a:ext cx="4766007" cy="171678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EC0333E-C4A1-D9AA-0163-E343440DD7DB}"/>
              </a:ext>
            </a:extLst>
          </p:cNvPr>
          <p:cNvSpPr/>
          <p:nvPr/>
        </p:nvSpPr>
        <p:spPr>
          <a:xfrm>
            <a:off x="5917673" y="3093480"/>
            <a:ext cx="1811214" cy="5627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D75A28-90A1-1948-D9EF-1BC23C049624}"/>
              </a:ext>
            </a:extLst>
          </p:cNvPr>
          <p:cNvSpPr txBox="1"/>
          <p:nvPr/>
        </p:nvSpPr>
        <p:spPr>
          <a:xfrm>
            <a:off x="8273667" y="2917634"/>
            <a:ext cx="3569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.filter( ) means: </a:t>
            </a:r>
          </a:p>
          <a:p>
            <a:r>
              <a:rPr lang="en-US" dirty="0"/>
              <a:t>  Keep only the items that match a  condition. Here it matches </a:t>
            </a:r>
            <a:r>
              <a:rPr lang="en-US" dirty="0" err="1"/>
              <a:t>searchText</a:t>
            </a:r>
            <a:r>
              <a:rPr lang="en-US" dirty="0"/>
              <a:t> value from input box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602CE7A-01DF-68E3-038A-357988346779}"/>
              </a:ext>
            </a:extLst>
          </p:cNvPr>
          <p:cNvSpPr/>
          <p:nvPr/>
        </p:nvSpPr>
        <p:spPr>
          <a:xfrm>
            <a:off x="3499926" y="3940818"/>
            <a:ext cx="1044987" cy="427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1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6900-F165-D80B-147E-57FABA73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23" y="166821"/>
            <a:ext cx="10515600" cy="1325563"/>
          </a:xfrm>
        </p:spPr>
        <p:txBody>
          <a:bodyPr/>
          <a:lstStyle/>
          <a:p>
            <a:r>
              <a:rPr lang="en-US" dirty="0"/>
              <a:t>Complete searchable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8E995-D47E-BAB0-7D11-4E6746EB6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93" y="1544293"/>
            <a:ext cx="10515600" cy="4351338"/>
          </a:xfrm>
        </p:spPr>
        <p:txBody>
          <a:bodyPr/>
          <a:lstStyle/>
          <a:p>
            <a:r>
              <a:rPr lang="en-US" dirty="0"/>
              <a:t>See attached App_lesson4_3.jsx and ObservationCard_lesson4_3.jsx</a:t>
            </a:r>
          </a:p>
        </p:txBody>
      </p:sp>
    </p:spTree>
    <p:extLst>
      <p:ext uri="{BB962C8B-B14F-4D97-AF65-F5344CB8AC3E}">
        <p14:creationId xmlns:p14="http://schemas.microsoft.com/office/powerpoint/2010/main" val="775436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EAE9-5005-0986-C1AB-502B8858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74" y="18255"/>
            <a:ext cx="10515600" cy="1325563"/>
          </a:xfrm>
        </p:spPr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605E7-BC24-C84E-FB24-6E7523279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374" y="1343818"/>
            <a:ext cx="11769299" cy="5399674"/>
          </a:xfrm>
        </p:spPr>
        <p:txBody>
          <a:bodyPr/>
          <a:lstStyle/>
          <a:p>
            <a:r>
              <a:rPr lang="en-US" dirty="0"/>
              <a:t>Build a small dataset with at least six observations. For example,</a:t>
            </a:r>
          </a:p>
          <a:p>
            <a:r>
              <a:rPr lang="en-US" dirty="0"/>
              <a:t>For each observation store: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make you app display:</a:t>
            </a:r>
          </a:p>
          <a:p>
            <a:r>
              <a:rPr lang="en-US" dirty="0"/>
              <a:t>Your app should us both </a:t>
            </a:r>
            <a:r>
              <a:rPr lang="en-US"/>
              <a:t>.filter( ) and .map( 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7AD07-52F6-04E4-8EF7-86595BA32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574" y="1139960"/>
            <a:ext cx="1657581" cy="1276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044B29-0B1C-BF9F-BFD4-9DC73E8B2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668" y="1778224"/>
            <a:ext cx="2216154" cy="17823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86FDB9-5E40-5D3C-B91A-89C6C74D2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997" y="2809118"/>
            <a:ext cx="3524742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03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9623</TotalTime>
  <Words>400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Arrays, .map(), and Rendering Lists</vt:lpstr>
      <vt:lpstr>Javascript array</vt:lpstr>
      <vt:lpstr>Access one item</vt:lpstr>
      <vt:lpstr>Why .map() is useful </vt:lpstr>
      <vt:lpstr>Render a list in React</vt:lpstr>
      <vt:lpstr>Apply array and .map to ObservationCard</vt:lpstr>
      <vt:lpstr>Understand what .map() is doing</vt:lpstr>
      <vt:lpstr>Add a key prop to ObservationCard</vt:lpstr>
      <vt:lpstr>A cleaner way: pass the whole object</vt:lpstr>
      <vt:lpstr>Add filtering</vt:lpstr>
      <vt:lpstr>Complete searchable version</vt:lpstr>
      <vt:lpstr>Challenge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 Bai</dc:creator>
  <cp:lastModifiedBy>Ping Bai</cp:lastModifiedBy>
  <cp:revision>4</cp:revision>
  <dcterms:created xsi:type="dcterms:W3CDTF">2026-10-04T14:54:20Z</dcterms:created>
  <dcterms:modified xsi:type="dcterms:W3CDTF">2026-10-15T03:44:19Z</dcterms:modified>
</cp:coreProperties>
</file>