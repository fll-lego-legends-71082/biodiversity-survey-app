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6670-01D1-691D-7DD9-98D11A056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3A7B1-4EB7-1553-56FE-2629F2731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ABE6-EAA9-CF5C-9878-B54D47A9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1F267-E9C1-924D-94B4-230F83D2A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ED1F7-82FE-AD31-3B09-CACEC8C2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78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10E28-9A3B-CB75-2457-C986CC544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05E66-A664-D249-175A-EBDFCC0D0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06341-14E5-D9E8-1014-BBCA742E3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92BE-E1CA-11AD-9240-44AB90D8C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377E3-1142-C1D6-0B63-E656B8AAA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35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2E6E5-29A4-AC5E-295B-D09CAFC94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B49-977F-0B15-1794-DEE7A1B2E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9920F-EA9B-9F1A-BC87-851E88B7F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9E4B7-1ACE-BCBB-77A7-5D37020F9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BB05E-C201-1C8C-86D2-1FE12C4F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0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EE6B-A517-BC3B-336C-A6A572021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657C-CDF9-E90F-484C-3C14C68E3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DECF2-C6CB-5F85-19BF-3D0359605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82930-8493-196F-6EBF-FB113BF4A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ABA47-62CB-A4E0-A3A4-613EEC51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DCEF0-7140-5658-39A5-5B2148E95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44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278A-01A2-BBD9-CA57-F240FB7B1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01D9B-692A-6031-539A-F0B7A5A2A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875EF-2AD1-CB61-AB0C-75A4B6B43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E0D1E-DD53-BD54-7ADC-92079C2A6C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FFF54-EB27-6EFB-7552-68125D870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C7236-6008-8DD9-B29D-CD634C667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BC148-04DE-4B8B-795F-A74A27B7D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F1F6B5-C548-C2F6-DFD3-658DBE10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4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10E1-F632-EEDA-9ECC-5BAC9D4F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0C842F-220C-ECB7-2242-9088506C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38E39-945A-D54B-1495-6480BEB5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5D4C6-C328-27FB-1113-FE60D1617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5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798890-40A0-2442-6861-01324C6EA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99828-8836-9496-2774-2386501BC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C1E2E-842D-105F-971C-B647B7DA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4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993F-5F28-8918-B4D7-EE064D85E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3FD35-5F43-BD10-8CFD-C7D100B9B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EF20A-0364-1590-59CD-1FE660CC4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0EDF-BF75-69B8-D737-76B8C4BD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9CD44-BFDC-BD2B-4563-785F3CE7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EB9E1-F198-7355-0A83-9482653C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34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920A-EB33-4480-6208-621457883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DBF02-6D93-ECF9-6FE5-116B857114C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8C8DC-518B-42A2-43A6-60328F14B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B933-22F1-8D17-ABD2-9A6DE4484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56828-7BB1-B624-1880-58BF07C9B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B4A3B-A81A-4285-4083-9CE05448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9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6A5ED-7B7B-EB95-4590-D70A6283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AFDE3-52E6-03BA-ECDA-8F5E3D6B9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47A70-0563-0DAD-F6D0-A4D48DAEC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70525-6CE1-8ADF-56C7-48651E5E8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568B1-9819-7A83-5242-2C7D5BD1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9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1EBFA-617F-7B42-3B0D-B1583B369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54C63-6A30-EDCC-E8E4-724ED9300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DA6CF-9364-13F2-EA92-FC6527EB1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7C582-0E11-381C-5CA1-8F049FB7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638DB-B98E-1D2D-D353-AB5D3026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04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11864-9118-35AA-EAE7-BCC4F4E2F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1790E-0E2D-22A8-DB7E-66C8DBABB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BF078-9BB9-F926-1C3C-7D164E048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055B8-2A85-45B1-B6F5-EF7B92518C5C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E70EE-87E2-3F99-C63C-607666210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B6E1B-9B17-3D0D-7106-3A10B484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71DE2-E6C1-4EA9-BDD2-4B25B008D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8691-78ED-6ADE-DB9F-39BF39EA2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Forms and Adding New Observations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8F32C-2D12-0132-77AC-B235D97BA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7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A872-CAAD-FD12-511B-B4260662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107950"/>
            <a:ext cx="10515600" cy="1325563"/>
          </a:xfrm>
        </p:spPr>
        <p:txBody>
          <a:bodyPr/>
          <a:lstStyle/>
          <a:p>
            <a:r>
              <a:rPr lang="en-US" dirty="0"/>
              <a:t>What we are </a:t>
            </a:r>
            <a:r>
              <a:rPr lang="en-US" dirty="0" err="1"/>
              <a:t>buiding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6F404-B6A8-E527-5CE3-3902B18CC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25" y="1276350"/>
            <a:ext cx="11001375" cy="4900613"/>
          </a:xfrm>
        </p:spPr>
        <p:txBody>
          <a:bodyPr/>
          <a:lstStyle/>
          <a:p>
            <a:r>
              <a:rPr lang="en-US" dirty="0"/>
              <a:t>So far, the observations list are hard-coded. Now we’ll let the user type a new observation into a form and click a button “Add Observation”. Then React will add it to the list immediately.</a:t>
            </a:r>
          </a:p>
          <a:p>
            <a:r>
              <a:rPr lang="en-US" dirty="0"/>
              <a:t>This lesson combines almost </a:t>
            </a:r>
            <a:r>
              <a:rPr lang="en-US" dirty="0" err="1"/>
              <a:t>everythin</a:t>
            </a:r>
            <a:r>
              <a:rPr lang="en-US" dirty="0"/>
              <a:t> you’ve learned so far: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67F5C-3857-7B78-ACD5-C800674B0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111" y="3138785"/>
            <a:ext cx="2290704" cy="231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70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201B2-B980-BCE6-D7C6-6E5B361E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08" y="130663"/>
            <a:ext cx="10515600" cy="1325563"/>
          </a:xfrm>
        </p:spPr>
        <p:txBody>
          <a:bodyPr/>
          <a:lstStyle/>
          <a:p>
            <a:r>
              <a:rPr lang="en-US" dirty="0"/>
              <a:t>Make the observations array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7E9BA-0547-11E7-3493-87A144024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5" y="1207477"/>
            <a:ext cx="11101753" cy="519332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Lesson 4, we had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problem is that a normal </a:t>
            </a:r>
            <a:r>
              <a:rPr lang="en-US" dirty="0">
                <a:highlight>
                  <a:srgbClr val="C0C0C0"/>
                </a:highlight>
              </a:rPr>
              <a:t>const</a:t>
            </a:r>
            <a:r>
              <a:rPr lang="en-US" dirty="0"/>
              <a:t> array does not let React manage changes to the list.</a:t>
            </a:r>
          </a:p>
          <a:p>
            <a:r>
              <a:rPr lang="en-US" dirty="0"/>
              <a:t> So we change it to state: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React can update the observation list.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4EEAC9-4512-874B-8A37-6C8ED9917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663" y="1207477"/>
            <a:ext cx="3627470" cy="1819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EA0D7F-02CA-FB3A-0692-5DFC4FEA4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461" y="3619112"/>
            <a:ext cx="4829849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08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45368-2071-6814-B1B5-2318E07F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31" y="107218"/>
            <a:ext cx="10515600" cy="1325563"/>
          </a:xfrm>
        </p:spPr>
        <p:txBody>
          <a:bodyPr/>
          <a:lstStyle/>
          <a:p>
            <a:r>
              <a:rPr lang="en-US" dirty="0"/>
              <a:t>Create state for the form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07B91-BFE8-F2B9-62C3-32DF15467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84" y="1432781"/>
            <a:ext cx="10515600" cy="4351338"/>
          </a:xfrm>
        </p:spPr>
        <p:txBody>
          <a:bodyPr/>
          <a:lstStyle/>
          <a:p>
            <a:r>
              <a:rPr lang="en-US" dirty="0"/>
              <a:t>We need to remember what the user types. Add: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now our app has four pieces of state: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1CEA3-4FB6-AC02-4278-E4D74C3DC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452" y="2054960"/>
            <a:ext cx="5214853" cy="989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CD1767-FD71-3C1A-90E7-CE443206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271" y="4151372"/>
            <a:ext cx="1927768" cy="172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98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C6A8-D066-0AB5-DA56-C0F99DD6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0663"/>
            <a:ext cx="10515600" cy="1325563"/>
          </a:xfrm>
        </p:spPr>
        <p:txBody>
          <a:bodyPr/>
          <a:lstStyle/>
          <a:p>
            <a:r>
              <a:rPr lang="en-US" dirty="0"/>
              <a:t>Add the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9E490-8650-5C86-BCC7-EDC633D38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46" y="1511666"/>
            <a:ext cx="10515600" cy="497119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Inside your </a:t>
            </a:r>
            <a:r>
              <a:rPr lang="en-US" dirty="0">
                <a:highlight>
                  <a:srgbClr val="C0C0C0"/>
                </a:highlight>
              </a:rPr>
              <a:t>return</a:t>
            </a:r>
            <a:r>
              <a:rPr lang="en-US" dirty="0"/>
              <a:t>, add: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r>
              <a:rPr lang="en-US" dirty="0"/>
              <a:t>At this point, the form appears, but React still isn’t tracking what the user types.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3B0833-AD03-B485-875B-E6D49C95D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629" y="1318918"/>
            <a:ext cx="3524742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41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706B-4D99-6C1D-81A1-54FE747FC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8255"/>
            <a:ext cx="10515600" cy="1325563"/>
          </a:xfrm>
        </p:spPr>
        <p:txBody>
          <a:bodyPr/>
          <a:lstStyle/>
          <a:p>
            <a:r>
              <a:rPr lang="en-US" dirty="0"/>
              <a:t>Connect each input to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B059D-58B3-7DBA-199C-E701C5EE7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5" y="1343818"/>
            <a:ext cx="10848975" cy="5267997"/>
          </a:xfrm>
        </p:spPr>
        <p:txBody>
          <a:bodyPr/>
          <a:lstStyle/>
          <a:p>
            <a:r>
              <a:rPr lang="en-US" dirty="0"/>
              <a:t>Change the first input: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the location input: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category: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React always knows what is in each field.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5ABAF-F151-6E11-B0ED-CCBE26CBC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780" y="1343818"/>
            <a:ext cx="4220164" cy="1333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B6F56A-9A90-8DF8-FBB5-F359BF4F8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017" y="3150705"/>
            <a:ext cx="3867690" cy="1219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A5D95D-DA41-61AB-5A53-B584D8870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846" y="4541640"/>
            <a:ext cx="4277322" cy="124794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E95601E-DE13-2C4A-D9C2-A96DB1E4BE3A}"/>
              </a:ext>
            </a:extLst>
          </p:cNvPr>
          <p:cNvSpPr/>
          <p:nvPr/>
        </p:nvSpPr>
        <p:spPr>
          <a:xfrm>
            <a:off x="4196477" y="1968096"/>
            <a:ext cx="4043927" cy="6155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E431E-B4C3-F284-C5A5-E20D4FB13A68}"/>
              </a:ext>
            </a:extLst>
          </p:cNvPr>
          <p:cNvSpPr txBox="1"/>
          <p:nvPr/>
        </p:nvSpPr>
        <p:spPr>
          <a:xfrm>
            <a:off x="8769247" y="1343819"/>
            <a:ext cx="3339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pattern creates what React calls a controlled input.</a:t>
            </a:r>
          </a:p>
          <a:p>
            <a:r>
              <a:rPr lang="en-US" dirty="0"/>
              <a:t>The flow is: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6993E1-9B06-675D-7EA1-52B1E2A89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294" y="2359945"/>
            <a:ext cx="2457793" cy="189574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F2695B-18E8-8E50-9C14-CD0CBCF29D96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8240404" y="1805484"/>
            <a:ext cx="528843" cy="2987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023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952A4-6353-5F8B-782A-76360EDAE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490" y="0"/>
            <a:ext cx="11177530" cy="1690688"/>
          </a:xfrm>
        </p:spPr>
        <p:txBody>
          <a:bodyPr/>
          <a:lstStyle/>
          <a:p>
            <a:r>
              <a:rPr lang="en-US" dirty="0"/>
              <a:t>Handle form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02015-2DAF-3E8A-48B3-ADA9D1DFD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24" y="1443210"/>
            <a:ext cx="10946176" cy="4733753"/>
          </a:xfrm>
        </p:spPr>
        <p:txBody>
          <a:bodyPr/>
          <a:lstStyle/>
          <a:p>
            <a:r>
              <a:rPr lang="en-US" dirty="0"/>
              <a:t>Now add this function above the return: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change</a:t>
            </a:r>
          </a:p>
          <a:p>
            <a:r>
              <a:rPr lang="en-US" dirty="0"/>
              <a:t>to: </a:t>
            </a:r>
          </a:p>
          <a:p>
            <a:endParaRPr lang="en-US" dirty="0"/>
          </a:p>
          <a:p>
            <a:r>
              <a:rPr lang="en-US" dirty="0"/>
              <a:t>Now when you click “Add Observation” button, the </a:t>
            </a:r>
            <a:r>
              <a:rPr lang="en-US" dirty="0" err="1">
                <a:highlight>
                  <a:srgbClr val="C0C0C0"/>
                </a:highlight>
              </a:rPr>
              <a:t>handleSubmit</a:t>
            </a:r>
            <a:r>
              <a:rPr lang="en-US" dirty="0">
                <a:highlight>
                  <a:srgbClr val="C0C0C0"/>
                </a:highlight>
              </a:rPr>
              <a:t>( ) </a:t>
            </a:r>
            <a:r>
              <a:rPr lang="en-US" dirty="0"/>
              <a:t>function runs.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964DBF-41D8-3BBA-151E-A908451FD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16" y="1932591"/>
            <a:ext cx="3173420" cy="1496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29C859-B350-983D-35E6-0938D5F9E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121" y="2997594"/>
            <a:ext cx="1233824" cy="5757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11E666-7AC1-7910-81D3-7126B7F79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422" y="3610032"/>
            <a:ext cx="3139397" cy="575785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FDFA7BDA-DBE4-A116-F84A-38C1D85B16DC}"/>
              </a:ext>
            </a:extLst>
          </p:cNvPr>
          <p:cNvSpPr/>
          <p:nvPr/>
        </p:nvSpPr>
        <p:spPr>
          <a:xfrm>
            <a:off x="4196477" y="2291508"/>
            <a:ext cx="4043927" cy="2921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CC656B-4592-49D2-4112-21E991FCB3B8}"/>
              </a:ext>
            </a:extLst>
          </p:cNvPr>
          <p:cNvSpPr txBox="1"/>
          <p:nvPr/>
        </p:nvSpPr>
        <p:spPr>
          <a:xfrm>
            <a:off x="8736375" y="1421176"/>
            <a:ext cx="31734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Normally, submitting an HTML form reloads the webpage. We don’t want that in a React app. </a:t>
            </a:r>
          </a:p>
          <a:p>
            <a:endParaRPr lang="en-US" dirty="0"/>
          </a:p>
          <a:p>
            <a:r>
              <a:rPr lang="en-US" dirty="0"/>
              <a:t>So this line of code means:</a:t>
            </a:r>
          </a:p>
          <a:p>
            <a:r>
              <a:rPr lang="en-US" dirty="0"/>
              <a:t>    Don’t do the browser’s    normal form submission behavior.</a:t>
            </a:r>
          </a:p>
          <a:p>
            <a:r>
              <a:rPr lang="en-US" dirty="0"/>
              <a:t>Let React handle it instead.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805161C-CD64-8092-6BC9-CB5057B5ACA2}"/>
              </a:ext>
            </a:extLst>
          </p:cNvPr>
          <p:cNvCxnSpPr>
            <a:cxnSpLocks/>
          </p:cNvCxnSpPr>
          <p:nvPr/>
        </p:nvCxnSpPr>
        <p:spPr>
          <a:xfrm flipH="1" flipV="1">
            <a:off x="8240404" y="2583676"/>
            <a:ext cx="495972" cy="758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7F86-35F6-565B-0718-DBDAAC22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73" y="18255"/>
            <a:ext cx="10515600" cy="1325563"/>
          </a:xfrm>
        </p:spPr>
        <p:txBody>
          <a:bodyPr/>
          <a:lstStyle/>
          <a:p>
            <a:r>
              <a:rPr lang="en-US" dirty="0"/>
              <a:t>Create a new observation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7D104-2B69-4D38-229A-A85DE4674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55" y="1392994"/>
            <a:ext cx="11055427" cy="4574409"/>
          </a:xfrm>
        </p:spPr>
        <p:txBody>
          <a:bodyPr/>
          <a:lstStyle/>
          <a:p>
            <a:r>
              <a:rPr lang="en-US" dirty="0"/>
              <a:t>Inside </a:t>
            </a:r>
            <a:r>
              <a:rPr lang="en-US" dirty="0" err="1">
                <a:highlight>
                  <a:srgbClr val="C0C0C0"/>
                </a:highlight>
              </a:rPr>
              <a:t>handleSubmit</a:t>
            </a:r>
            <a:r>
              <a:rPr lang="en-US" dirty="0"/>
              <a:t>, create:</a:t>
            </a:r>
          </a:p>
          <a:p>
            <a:r>
              <a:rPr lang="en-US" dirty="0"/>
              <a:t>Add it to the array: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the whole function becomes: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71A8B-BAA4-1C70-CA1A-D14B7D04E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729" y="1139988"/>
            <a:ext cx="2114845" cy="1228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558EE5-8E17-087A-7E15-35CD6AC86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971" y="2368884"/>
            <a:ext cx="2273359" cy="1060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73536B-C96D-C189-56B4-CDE219BC9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968" y="3242302"/>
            <a:ext cx="2781688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750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570F-A191-08D5-9CD4-3AD897FB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0"/>
            <a:ext cx="10515600" cy="1325563"/>
          </a:xfrm>
        </p:spPr>
        <p:txBody>
          <a:bodyPr/>
          <a:lstStyle/>
          <a:p>
            <a:r>
              <a:rPr lang="en-US" dirty="0"/>
              <a:t>What does </a:t>
            </a:r>
            <a:r>
              <a:rPr lang="en-US" dirty="0">
                <a:highlight>
                  <a:srgbClr val="C0C0C0"/>
                </a:highlight>
              </a:rPr>
              <a:t>…observations</a:t>
            </a:r>
            <a:r>
              <a:rPr lang="en-US" dirty="0"/>
              <a:t> mean”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3A329-49F3-F403-0924-80FC553BF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325563"/>
            <a:ext cx="10515600" cy="5286252"/>
          </a:xfrm>
        </p:spPr>
        <p:txBody>
          <a:bodyPr/>
          <a:lstStyle/>
          <a:p>
            <a:r>
              <a:rPr lang="en-US" dirty="0"/>
              <a:t>This is JavaScript’s spread operator.</a:t>
            </a:r>
          </a:p>
          <a:p>
            <a:r>
              <a:rPr lang="en-US" dirty="0"/>
              <a:t>Suppose: </a:t>
            </a:r>
          </a:p>
          <a:p>
            <a:endParaRPr lang="en-US" dirty="0"/>
          </a:p>
          <a:p>
            <a:r>
              <a:rPr lang="en-US" dirty="0"/>
              <a:t>Then: </a:t>
            </a:r>
          </a:p>
          <a:p>
            <a:endParaRPr lang="en-US" dirty="0"/>
          </a:p>
          <a:p>
            <a:r>
              <a:rPr lang="en-US" dirty="0"/>
              <a:t>Becomes: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new array containing all existing observations plus the new one.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4A1D8-9EB2-CE46-07BE-BBEC9D0ED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729" y="1985900"/>
            <a:ext cx="1733792" cy="885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24DC0C-F064-5CD7-073B-681EF4114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987" y="3090677"/>
            <a:ext cx="1800476" cy="895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A0668F-9DCD-09A7-6091-B0B96AD0C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729" y="4397042"/>
            <a:ext cx="1257475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4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9693-B6B0-61F4-9310-EC205DD6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62" y="201002"/>
            <a:ext cx="10515600" cy="1325563"/>
          </a:xfrm>
        </p:spPr>
        <p:txBody>
          <a:bodyPr/>
          <a:lstStyle/>
          <a:p>
            <a:r>
              <a:rPr lang="en-US" dirty="0"/>
              <a:t>Clear the form afterward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DA30C-3F1F-598F-86CB-AA8163D26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84" y="1406770"/>
            <a:ext cx="10515600" cy="5122984"/>
          </a:xfrm>
        </p:spPr>
        <p:txBody>
          <a:bodyPr>
            <a:normAutofit/>
          </a:bodyPr>
          <a:lstStyle/>
          <a:p>
            <a:r>
              <a:rPr lang="en-US" dirty="0"/>
              <a:t>After adding the observation, add:</a:t>
            </a:r>
          </a:p>
          <a:p>
            <a:r>
              <a:rPr lang="en-US" dirty="0"/>
              <a:t>Now: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clicking “Add Observation”, the fields become empty again.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59794-B16C-FD39-E59D-6485AD001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82005"/>
            <a:ext cx="2220300" cy="817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932E9F-DB9F-D764-4768-DF5C20B3C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227" y="1974714"/>
            <a:ext cx="3400900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68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70A39-A2EF-7D91-6C3F-3692A505C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2" y="165832"/>
            <a:ext cx="10515600" cy="1325563"/>
          </a:xfrm>
        </p:spPr>
        <p:txBody>
          <a:bodyPr/>
          <a:lstStyle/>
          <a:p>
            <a:r>
              <a:rPr lang="en-US" dirty="0"/>
              <a:t>Complete </a:t>
            </a:r>
            <a:r>
              <a:rPr lang="en-US" dirty="0" err="1"/>
              <a:t>App.jsx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08A8B-7913-8EE6-E8AD-B5240E8F7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662" y="1383323"/>
            <a:ext cx="11043138" cy="4793640"/>
          </a:xfrm>
        </p:spPr>
        <p:txBody>
          <a:bodyPr/>
          <a:lstStyle/>
          <a:p>
            <a:r>
              <a:rPr lang="en-US" dirty="0"/>
              <a:t>See attached App_lesson5.jsx and ObservationCard_lesson5.jsx.</a:t>
            </a:r>
          </a:p>
          <a:p>
            <a:r>
              <a:rPr lang="en-US" dirty="0"/>
              <a:t>Try adding an observation. Enter: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Click “Add Observation” button.</a:t>
            </a:r>
          </a:p>
          <a:p>
            <a:r>
              <a:rPr lang="en-US" dirty="0"/>
              <a:t>You should immediately see                                         shown on the webpage.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002F3-6A08-7F33-1CC2-B348A1497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527" y="1932490"/>
            <a:ext cx="1771897" cy="1552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FDCCBB-3561-EAB2-1E5C-BEC6849AA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102" y="4032740"/>
            <a:ext cx="2440088" cy="85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82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EE9C-189A-0293-7E9C-F7D38B4E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31" y="1"/>
            <a:ext cx="11236569" cy="1690688"/>
          </a:xfrm>
        </p:spPr>
        <p:txBody>
          <a:bodyPr/>
          <a:lstStyle/>
          <a:p>
            <a:r>
              <a:rPr lang="en-US" dirty="0"/>
              <a:t>Add simple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71C5A-1763-4B8C-BD44-50199D79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246" y="1488831"/>
            <a:ext cx="11025554" cy="4688132"/>
          </a:xfrm>
        </p:spPr>
        <p:txBody>
          <a:bodyPr/>
          <a:lstStyle/>
          <a:p>
            <a:r>
              <a:rPr lang="en-US" dirty="0"/>
              <a:t>Right now, the user could submit an empty form. Let’s prevent that.</a:t>
            </a:r>
          </a:p>
          <a:p>
            <a:r>
              <a:rPr lang="en-US" dirty="0"/>
              <a:t>At the beginning of </a:t>
            </a:r>
            <a:r>
              <a:rPr lang="en-US" dirty="0" err="1"/>
              <a:t>handleSubmit</a:t>
            </a:r>
            <a:r>
              <a:rPr lang="en-US" dirty="0"/>
              <a:t>( ), add: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7A0285-4E80-4ECC-3B93-671B327C3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478" y="2611911"/>
            <a:ext cx="3533573" cy="275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35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9A346-D35F-EAC2-A636-512307A0F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38" y="212725"/>
            <a:ext cx="10515600" cy="1325563"/>
          </a:xfrm>
        </p:spPr>
        <p:txBody>
          <a:bodyPr/>
          <a:lstStyle/>
          <a:p>
            <a:r>
              <a:rPr lang="en-US" dirty="0"/>
              <a:t>Improve category with a dropdown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A6432-35FD-00C3-60F3-F97A127E5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38" y="1676400"/>
            <a:ext cx="6019800" cy="4359886"/>
          </a:xfrm>
        </p:spPr>
        <p:txBody>
          <a:bodyPr/>
          <a:lstStyle/>
          <a:p>
            <a:r>
              <a:rPr lang="en-US" dirty="0"/>
              <a:t>For biodiversity data, category is better as a dropdown than a text box.</a:t>
            </a:r>
          </a:p>
          <a:p>
            <a:r>
              <a:rPr lang="en-US" dirty="0"/>
              <a:t>Replace :                                          with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the user selects from a list.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C08A9-9F30-6974-3E34-B452F9BA4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721" y="2966634"/>
            <a:ext cx="2619741" cy="1581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98AF97-4229-C44B-B34D-0466E95EC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229" y="294359"/>
            <a:ext cx="2753109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65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276A3-8079-6A09-7388-CF7E26FCC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15" y="48602"/>
            <a:ext cx="10515600" cy="1325563"/>
          </a:xfrm>
        </p:spPr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8EC03-4994-1871-A3B1-7CC1FC11F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215" y="1245211"/>
            <a:ext cx="11066585" cy="4802798"/>
          </a:xfrm>
        </p:spPr>
        <p:txBody>
          <a:bodyPr/>
          <a:lstStyle/>
          <a:p>
            <a:r>
              <a:rPr lang="en-US" dirty="0"/>
              <a:t>Build a form with:</a:t>
            </a:r>
          </a:p>
          <a:p>
            <a:endParaRPr lang="en-US" dirty="0"/>
          </a:p>
          <a:p>
            <a:r>
              <a:rPr lang="en-US" dirty="0"/>
              <a:t>Your object should look like:</a:t>
            </a:r>
          </a:p>
          <a:p>
            <a:r>
              <a:rPr lang="en-US" dirty="0"/>
              <a:t>Then display all five fields in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ObservationCard</a:t>
            </a:r>
            <a:r>
              <a:rPr lang="en-US" dirty="0"/>
              <a:t>.</a:t>
            </a:r>
          </a:p>
          <a:p>
            <a:r>
              <a:rPr lang="en-US" dirty="0"/>
              <a:t>The final flow should be: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5F37C5-38BA-269C-703B-F26567F97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647" y="1245211"/>
            <a:ext cx="1524213" cy="1057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A46BBB-7587-DD9D-F72E-8E13F9C01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860" y="2302634"/>
            <a:ext cx="3038899" cy="1686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B0289B-5EA7-E944-F7A7-1B0CC556F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138" y="1773922"/>
            <a:ext cx="2800741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40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477</Words>
  <Application>Microsoft Office PowerPoint</Application>
  <PresentationFormat>Widescreen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Forms and Adding New Observations</vt:lpstr>
      <vt:lpstr>What we are buiding</vt:lpstr>
      <vt:lpstr>Make the observations array state</vt:lpstr>
      <vt:lpstr>Create state for the form fields</vt:lpstr>
      <vt:lpstr>Add the form</vt:lpstr>
      <vt:lpstr>Connect each input to state</vt:lpstr>
      <vt:lpstr>Handle form submission</vt:lpstr>
      <vt:lpstr>Create a new observation object</vt:lpstr>
      <vt:lpstr>What does …observations mean”</vt:lpstr>
      <vt:lpstr>Clear the form afterward</vt:lpstr>
      <vt:lpstr>Complete App.jsx</vt:lpstr>
      <vt:lpstr>Add simple validation</vt:lpstr>
      <vt:lpstr>Improve category with a dropdown</vt:lpstr>
      <vt:lpstr>Challenge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Ping Bai</dc:creator>
  <cp:lastModifiedBy>Ping Bai</cp:lastModifiedBy>
  <cp:revision>2</cp:revision>
  <dcterms:created xsi:type="dcterms:W3CDTF">2026-10-16T01:58:39Z</dcterms:created>
  <dcterms:modified xsi:type="dcterms:W3CDTF">2026-10-16T03:44:58Z</dcterms:modified>
</cp:coreProperties>
</file>