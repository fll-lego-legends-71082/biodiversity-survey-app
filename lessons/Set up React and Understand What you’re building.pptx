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51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A7B3-B6FF-EC74-A064-9466B48C3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1C346-761F-D34A-B43D-433C56DC3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F1BFA-8B14-3323-6031-2CDDDCE7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E018D-1AC6-A665-A06D-CB6741F89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24158-6F64-6F76-55F6-D517BD42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3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F3EA3-8067-BFB5-D834-3619102C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F8265-5AE3-415D-8D6D-A5DA96185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1C357-0160-C194-5414-FD17F346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6C8B3-8760-F7F7-5F5A-F79234E4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A56-767C-F6AB-7EBD-BE45BAD9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C43B-8925-AF99-1AE7-184B2C34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02C7C-A21A-3833-246B-4FEAA6F6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45613-C094-2439-1ED7-EA808A5E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EAD49-7F81-3441-55F6-EDB9883A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60EBC-A491-28B0-C674-B8419E29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2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F1B0-B699-91AE-3607-A1C99400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438AD-1594-F390-FC9C-D30312DAA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EC4D9-BA90-ACD7-032F-7056F52BE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C515-337B-781B-7DC8-46A7E864E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CDE29-B865-76EF-5EA7-3370FD03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9140-B868-7EE4-FB3D-2585B429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11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8298-6828-E2A0-404A-04F1595A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805E-1768-AB80-3E1B-B8B56755D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9F076-5AEC-E946-5778-240DC2371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9C2C1-B74F-56D9-FF21-40B16675B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40215-EAFE-85F2-54F5-8CDE8DE72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BCFDF3-3BFE-9ED7-40AB-E67D4800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468FD-E03A-7F89-C2EF-34619673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09AD7-2547-34AB-B513-DE7222EB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4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6841-F9E1-F00D-E787-7EEBDC2B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60DE6-B3D1-EC25-51D3-0A5A2360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B45C8-211D-4A2F-5B16-7FF7E746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3E274-0D92-B79A-A925-8B15F018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0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487E71-9C4F-1F3F-42B7-1739AEB0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A2711-4294-AE7A-A099-8E6AA563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0EB10-9864-2C51-9F2C-BD7A2BDA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2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1BB4-10DE-4CA7-C465-62C2D050F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BE70-0BDA-594F-F370-F6DE64C22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6BEC3-81C6-0CBB-E8F4-703F1AB73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2E2C4-E959-C631-FE72-B5B86CDD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240F2-F52A-09C5-604B-206D7FAB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DC332-4CBC-439E-8491-B81C7087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3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C90A-422D-49F2-A941-B7A63F65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87713-3E44-70BF-D6F2-BE9B56E19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A22F3-2574-C7EB-469D-0CA79ED3A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5B6B3-E218-AD78-69AB-302E237B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22325-71E1-FB0B-AD76-2522CD0F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14698-718D-24B7-8F99-503E0D3A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6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833F-D7A9-BFC2-C287-7EC03F26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51F4E-B530-1016-6438-59293E4E4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74AC9-555A-6FEC-7DD2-CE99775D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08ADE-77E2-BC98-D935-7337E335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193BE-6EDB-E015-CF73-ACB692B2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1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A916-DE11-C025-94D1-5320EA1B3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A16DC-55B8-0721-96E1-BEC4567BF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CC6FF-1E3A-181E-B0C8-267A181F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46456-911C-9AB4-9B93-16056ED3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2A0F1-B8A7-B6B5-F97D-5CB9FD708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5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AAC19-2124-69AF-E57A-E506EBE8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270A1-F4B6-8BF9-EC6E-2B5343C8F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A6F8A-F8E9-01D5-2A41-A426731BA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E1BF1-5C92-4030-A714-7DB3DDB7D4C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485D4-2FA8-CC61-F6C5-5BE9C7257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1EAF8-6F50-1F3E-BD09-3B4067A96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2DC7A-5C57-4534-A18B-208358F07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173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5174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8411-A672-119C-239C-422408453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 up React and Understand What you’re building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56502-656C-3CD9-EC97-937B1FE591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61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F09E0-4F68-049C-52FC-26BDF7D0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CC881-3327-0DFF-DBFF-2E2109CE1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Normally, a webpage might have separate HTML, CSS, and JavaScript:</a:t>
            </a:r>
          </a:p>
          <a:p>
            <a:pPr marL="457200" lvl="1" indent="0">
              <a:buNone/>
            </a:pPr>
            <a:r>
              <a:rPr lang="en-US" dirty="0"/>
              <a:t>HTML        → structure</a:t>
            </a:r>
          </a:p>
          <a:p>
            <a:pPr marL="457200" lvl="1" indent="0">
              <a:buNone/>
            </a:pPr>
            <a:r>
              <a:rPr lang="en-US" dirty="0"/>
              <a:t>CSS         → appearance</a:t>
            </a:r>
          </a:p>
          <a:p>
            <a:pPr marL="457200" lvl="1" indent="0">
              <a:buNone/>
            </a:pPr>
            <a:r>
              <a:rPr lang="en-US" dirty="0"/>
              <a:t>JavaScript  → behavior</a:t>
            </a:r>
          </a:p>
          <a:p>
            <a:r>
              <a:rPr lang="en-US" dirty="0"/>
              <a:t>React is </a:t>
            </a:r>
            <a:r>
              <a:rPr lang="en-US" dirty="0" err="1"/>
              <a:t>Javascript</a:t>
            </a:r>
            <a:r>
              <a:rPr lang="en-US" dirty="0"/>
              <a:t> library that let us build the webpage out of reuseable components:</a:t>
            </a:r>
          </a:p>
          <a:p>
            <a:pPr lvl="1"/>
            <a:r>
              <a:rPr lang="en-US" dirty="0"/>
              <a:t>For example, instead of manually creating 100 species cards, we create </a:t>
            </a:r>
            <a:r>
              <a:rPr lang="en-US" b="1" dirty="0"/>
              <a:t>one </a:t>
            </a:r>
            <a:r>
              <a:rPr lang="en-US" b="1" dirty="0" err="1"/>
              <a:t>SpeciesCard</a:t>
            </a:r>
            <a:r>
              <a:rPr lang="en-US" b="1" dirty="0"/>
              <a:t> component</a:t>
            </a:r>
            <a:r>
              <a:rPr lang="en-US" dirty="0"/>
              <a:t> and React can reuse it for 100 different species</a:t>
            </a:r>
          </a:p>
        </p:txBody>
      </p:sp>
    </p:spTree>
    <p:extLst>
      <p:ext uri="{BB962C8B-B14F-4D97-AF65-F5344CB8AC3E}">
        <p14:creationId xmlns:p14="http://schemas.microsoft.com/office/powerpoint/2010/main" val="313284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F9204-B428-C781-BDFC-19F772BA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8B032-2E6C-44FB-5979-49E807A62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650"/>
            <a:ext cx="10515600" cy="4405313"/>
          </a:xfrm>
        </p:spPr>
        <p:txBody>
          <a:bodyPr/>
          <a:lstStyle/>
          <a:p>
            <a:r>
              <a:rPr lang="en-US" dirty="0"/>
              <a:t>React development uses Node.js tools</a:t>
            </a:r>
          </a:p>
          <a:p>
            <a:r>
              <a:rPr lang="en-US" dirty="0"/>
              <a:t>Install the current LTS version of Node.js from </a:t>
            </a:r>
            <a:r>
              <a:rPr lang="en-US" dirty="0">
                <a:hlinkClick r:id="rId2"/>
              </a:rPr>
              <a:t>Node.js official websites download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5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9898-86E3-1739-F3B9-51CACD41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893B-3D8E-FF89-75AB-B4BE417C0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don’t already have it, install </a:t>
            </a:r>
            <a:r>
              <a:rPr lang="en-US" dirty="0">
                <a:hlinkClick r:id="rId2"/>
              </a:rPr>
              <a:t>Visual Studio Code</a:t>
            </a:r>
            <a:endParaRPr lang="en-US" dirty="0"/>
          </a:p>
          <a:p>
            <a:r>
              <a:rPr lang="en-US" dirty="0"/>
              <a:t>We will use VS Code to edit the React project</a:t>
            </a:r>
          </a:p>
        </p:txBody>
      </p:sp>
    </p:spTree>
    <p:extLst>
      <p:ext uri="{BB962C8B-B14F-4D97-AF65-F5344CB8AC3E}">
        <p14:creationId xmlns:p14="http://schemas.microsoft.com/office/powerpoint/2010/main" val="18227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181D-F791-11CE-DBE9-DD217CBE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our FLL React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33D97-1042-EE06-2CE1-1B207F9EC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We’ll use Vite to create the project. It’s a straightforward modern way to start a React application.</a:t>
            </a:r>
          </a:p>
          <a:p>
            <a:r>
              <a:rPr lang="en-US" dirty="0"/>
              <a:t>Open VS Code and create a new Terminal</a:t>
            </a:r>
          </a:p>
          <a:p>
            <a:r>
              <a:rPr lang="en-US" dirty="0"/>
              <a:t>Type: </a:t>
            </a:r>
          </a:p>
          <a:p>
            <a:pPr marL="457200" lvl="1" indent="0">
              <a:buNone/>
            </a:pPr>
            <a:r>
              <a:rPr lang="en-US" dirty="0" err="1"/>
              <a:t>npm</a:t>
            </a:r>
            <a:r>
              <a:rPr lang="en-US" dirty="0"/>
              <a:t> create </a:t>
            </a:r>
            <a:r>
              <a:rPr lang="en-US" dirty="0" err="1"/>
              <a:t>vite@latest</a:t>
            </a:r>
            <a:r>
              <a:rPr lang="en-US" dirty="0"/>
              <a:t> </a:t>
            </a:r>
            <a:r>
              <a:rPr lang="en-US" dirty="0" err="1"/>
              <a:t>fll</a:t>
            </a:r>
            <a:r>
              <a:rPr lang="en-US" dirty="0"/>
              <a:t>-biodiversity-app -- --template react</a:t>
            </a:r>
          </a:p>
          <a:p>
            <a:r>
              <a:rPr lang="en-US" dirty="0"/>
              <a:t>You should see something similar to:</a:t>
            </a:r>
          </a:p>
          <a:p>
            <a:pPr marL="457200" lvl="1" indent="0">
              <a:buNone/>
            </a:pPr>
            <a:r>
              <a:rPr lang="en-US" dirty="0"/>
              <a:t>VITE ready</a:t>
            </a:r>
          </a:p>
          <a:p>
            <a:pPr marL="457200" lvl="1" indent="0">
              <a:buNone/>
            </a:pPr>
            <a:r>
              <a:rPr lang="en-US" dirty="0"/>
              <a:t>Local: </a:t>
            </a:r>
            <a:r>
              <a:rPr lang="en-US" dirty="0">
                <a:hlinkClick r:id="rId2"/>
              </a:rPr>
              <a:t>http://localhost:5173/</a:t>
            </a:r>
            <a:endParaRPr lang="en-US" dirty="0"/>
          </a:p>
          <a:p>
            <a:r>
              <a:rPr lang="en-US" dirty="0"/>
              <a:t>Hold Ctrl and click the address.</a:t>
            </a:r>
          </a:p>
          <a:p>
            <a:r>
              <a:rPr lang="en-US" dirty="0"/>
              <a:t>You should see the Vite/React starter webpage.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77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9733-CE4E-0520-CFF7-1A4E89CD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the project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C90C-88B5-5A91-0DDE-A5C9830BE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600200"/>
            <a:ext cx="5716465" cy="4576763"/>
          </a:xfrm>
        </p:spPr>
        <p:txBody>
          <a:bodyPr/>
          <a:lstStyle/>
          <a:p>
            <a:r>
              <a:rPr lang="en-US" dirty="0"/>
              <a:t>Go back to power shell</a:t>
            </a:r>
          </a:p>
          <a:p>
            <a:r>
              <a:rPr lang="en-US" dirty="0"/>
              <a:t>In Terminal, type </a:t>
            </a:r>
          </a:p>
          <a:p>
            <a:pPr marL="457200" lvl="1" indent="0">
              <a:buNone/>
            </a:pPr>
            <a:r>
              <a:rPr lang="en-US" dirty="0"/>
              <a:t>cd </a:t>
            </a:r>
            <a:r>
              <a:rPr lang="en-US" dirty="0" err="1"/>
              <a:t>fll</a:t>
            </a:r>
            <a:r>
              <a:rPr lang="en-US" dirty="0"/>
              <a:t>-biodiversity-app</a:t>
            </a:r>
          </a:p>
          <a:p>
            <a:r>
              <a:rPr lang="en-US" dirty="0"/>
              <a:t>Use File menu-&gt;Open Folder to open the project. You will see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251164-664D-A7A9-60B4-F427D5FEA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767" y="1219200"/>
            <a:ext cx="3856683" cy="42456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38FC78-644F-DA9B-3BA4-FFE517143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021" y="3618335"/>
            <a:ext cx="1575379" cy="301143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5DDAD2D-A738-C3DC-34B4-8AE9258F2F5F}"/>
              </a:ext>
            </a:extLst>
          </p:cNvPr>
          <p:cNvSpPr/>
          <p:nvPr/>
        </p:nvSpPr>
        <p:spPr>
          <a:xfrm>
            <a:off x="7553325" y="1962150"/>
            <a:ext cx="1257300" cy="390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0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5CBF-F96F-040B-442A-8DADE9C0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18255"/>
            <a:ext cx="10515600" cy="1325563"/>
          </a:xfrm>
        </p:spPr>
        <p:txBody>
          <a:bodyPr/>
          <a:lstStyle/>
          <a:p>
            <a:r>
              <a:rPr lang="en-US" dirty="0"/>
              <a:t>Open the project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5FD19-EDA1-F413-20AB-53B66E31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5" y="1343818"/>
            <a:ext cx="10734675" cy="4767263"/>
          </a:xfrm>
        </p:spPr>
        <p:txBody>
          <a:bodyPr/>
          <a:lstStyle/>
          <a:p>
            <a:r>
              <a:rPr lang="en-US" dirty="0"/>
              <a:t>For now, there are three things worth understanding</a:t>
            </a:r>
          </a:p>
          <a:p>
            <a:pPr lvl="1"/>
            <a:r>
              <a:rPr lang="en-US" dirty="0"/>
              <a:t>index.html  </a:t>
            </a:r>
          </a:p>
          <a:p>
            <a:pPr marL="457200" lvl="1" indent="0">
              <a:buNone/>
            </a:pPr>
            <a:r>
              <a:rPr lang="en-US" dirty="0"/>
              <a:t>This is the basic HTML page. Inside it you’ll find something like:</a:t>
            </a:r>
          </a:p>
          <a:p>
            <a:pPr marL="457200" lvl="1" indent="0">
              <a:buNone/>
            </a:pPr>
            <a:r>
              <a:rPr lang="en-US" dirty="0"/>
              <a:t>&lt;div id="root"&gt;&lt;/div&gt;</a:t>
            </a:r>
          </a:p>
          <a:p>
            <a:pPr marL="457200" lvl="1" indent="0">
              <a:buNone/>
            </a:pPr>
            <a:r>
              <a:rPr lang="en-US" dirty="0"/>
              <a:t>Think of that as an empty container:</a:t>
            </a:r>
          </a:p>
          <a:p>
            <a:pPr marL="914400" lvl="2" indent="0">
              <a:buNone/>
            </a:pPr>
            <a:r>
              <a:rPr lang="en-US" dirty="0"/>
              <a:t>Browser</a:t>
            </a:r>
          </a:p>
          <a:p>
            <a:pPr marL="914400" lvl="2" indent="0">
              <a:buNone/>
            </a:pPr>
            <a:r>
              <a:rPr lang="en-US" dirty="0"/>
              <a:t>└── index.html</a:t>
            </a:r>
          </a:p>
          <a:p>
            <a:pPr marL="914400" lvl="2" indent="0">
              <a:buNone/>
            </a:pPr>
            <a:r>
              <a:rPr lang="en-US" dirty="0"/>
              <a:t>      └── &lt;div id="root"&gt;</a:t>
            </a:r>
          </a:p>
          <a:p>
            <a:pPr marL="914400" lvl="2" indent="0">
              <a:buNone/>
            </a:pPr>
            <a:r>
              <a:rPr lang="en-US" dirty="0"/>
              <a:t>               ↑</a:t>
            </a:r>
          </a:p>
          <a:p>
            <a:pPr marL="914400" lvl="2" indent="0">
              <a:buNone/>
            </a:pPr>
            <a:r>
              <a:rPr lang="en-US" dirty="0"/>
              <a:t>         React puts our</a:t>
            </a:r>
          </a:p>
          <a:p>
            <a:pPr marL="914400" lvl="2" indent="0">
              <a:buNone/>
            </a:pPr>
            <a:r>
              <a:rPr lang="en-US" dirty="0"/>
              <a:t>         application here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52203-6543-C139-6561-317444EE6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845" y="3429000"/>
            <a:ext cx="7152021" cy="312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93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06B3-A421-966F-5F33-7AEFEED7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1"/>
            <a:ext cx="10829925" cy="1690688"/>
          </a:xfrm>
        </p:spPr>
        <p:txBody>
          <a:bodyPr/>
          <a:lstStyle/>
          <a:p>
            <a:r>
              <a:rPr lang="en-US" dirty="0"/>
              <a:t>Open the project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31869-11B6-BF7A-A40D-F87002C39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514475"/>
            <a:ext cx="11010900" cy="4662488"/>
          </a:xfrm>
        </p:spPr>
        <p:txBody>
          <a:bodyPr/>
          <a:lstStyle/>
          <a:p>
            <a:r>
              <a:rPr lang="en-US" dirty="0" err="1"/>
              <a:t>Main.jsx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Next open: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main.jsx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You’ll see code similar to: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&lt;App /&gt; means </a:t>
            </a:r>
          </a:p>
          <a:p>
            <a:pPr marL="914400" lvl="2" indent="0">
              <a:buNone/>
            </a:pPr>
            <a:r>
              <a:rPr lang="en-US" dirty="0"/>
              <a:t>Put our App components onto the webpage.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AAC3C-5658-E07F-65B8-2CD9533FB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292" y="2766852"/>
            <a:ext cx="5658640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68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855D-9BF0-7B6D-C53C-EB21481A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55"/>
            <a:ext cx="10515600" cy="1325563"/>
          </a:xfrm>
        </p:spPr>
        <p:txBody>
          <a:bodyPr/>
          <a:lstStyle/>
          <a:p>
            <a:r>
              <a:rPr lang="en-US" dirty="0"/>
              <a:t>Open the project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BD62F-271B-CF70-0799-CC1A35FBA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3500"/>
            <a:ext cx="5847699" cy="4843463"/>
          </a:xfrm>
        </p:spPr>
        <p:txBody>
          <a:bodyPr/>
          <a:lstStyle/>
          <a:p>
            <a:r>
              <a:rPr lang="en-US" dirty="0" err="1"/>
              <a:t>App.jsx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Open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App.jsx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Delete what’s there and replace it with: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Save the file.</a:t>
            </a:r>
          </a:p>
          <a:p>
            <a:pPr marL="457200" lvl="1" indent="0">
              <a:buNone/>
            </a:pPr>
            <a:r>
              <a:rPr lang="en-US" dirty="0"/>
              <a:t>In Terminal, type </a:t>
            </a:r>
          </a:p>
          <a:p>
            <a:pPr marL="914400" lvl="2" indent="0">
              <a:buNone/>
            </a:pPr>
            <a:r>
              <a:rPr lang="en-US" dirty="0" err="1"/>
              <a:t>npm</a:t>
            </a:r>
            <a:r>
              <a:rPr lang="en-US" dirty="0"/>
              <a:t> run dev</a:t>
            </a:r>
          </a:p>
          <a:p>
            <a:pPr marL="457200" lvl="1" indent="0">
              <a:buNone/>
            </a:pPr>
            <a:r>
              <a:rPr lang="en-US" dirty="0"/>
              <a:t>Hold Ctrl and click the address</a:t>
            </a:r>
          </a:p>
          <a:p>
            <a:pPr marL="914400" lvl="2" indent="0">
              <a:buNone/>
            </a:pPr>
            <a:r>
              <a:rPr lang="en-US" dirty="0">
                <a:hlinkClick r:id="rId2"/>
              </a:rPr>
              <a:t>http://localhost:5174/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Look at your browser. Vite should immediately change the page.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2BB92-0528-2266-AA94-1D9B01139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239" y="960100"/>
            <a:ext cx="3706608" cy="3154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069693-88D4-DB0B-E7FC-1C976C3F1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67383"/>
            <a:ext cx="5682097" cy="232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0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A6B83-FBD1-207F-8A22-1193D55E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0"/>
            <a:ext cx="10515600" cy="1325563"/>
          </a:xfrm>
        </p:spPr>
        <p:txBody>
          <a:bodyPr/>
          <a:lstStyle/>
          <a:p>
            <a:r>
              <a:rPr lang="en-US" dirty="0"/>
              <a:t>You just created your first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A2D4-43D8-1C24-61E1-79BBFCB5E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77" y="1325563"/>
            <a:ext cx="10984523" cy="4851400"/>
          </a:xfrm>
        </p:spPr>
        <p:txBody>
          <a:bodyPr/>
          <a:lstStyle/>
          <a:p>
            <a:r>
              <a:rPr lang="en-US" dirty="0"/>
              <a:t>This                                           creates a React component named App.</a:t>
            </a:r>
          </a:p>
          <a:p>
            <a:endParaRPr lang="en-US" dirty="0"/>
          </a:p>
          <a:p>
            <a:r>
              <a:rPr lang="en-US" dirty="0"/>
              <a:t>And this                                     describes what the component displays.</a:t>
            </a:r>
          </a:p>
          <a:p>
            <a:endParaRPr lang="en-US" dirty="0"/>
          </a:p>
          <a:p>
            <a:r>
              <a:rPr lang="en-US" dirty="0"/>
              <a:t>So conceptually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8EB09-D651-3E24-3E43-156634F3E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68" y="1325563"/>
            <a:ext cx="2934109" cy="7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B4B2A-7AAA-CDE6-D9D9-749BCB93E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892" y="2136704"/>
            <a:ext cx="2562583" cy="1028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AA394C-FCBF-6623-5361-BDF548761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244" y="3613495"/>
            <a:ext cx="3486637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6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4615-227F-EC94-F45D-E15DF5D5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77" y="18255"/>
            <a:ext cx="10515600" cy="1325563"/>
          </a:xfrm>
        </p:spPr>
        <p:txBody>
          <a:bodyPr/>
          <a:lstStyle/>
          <a:p>
            <a:r>
              <a:rPr lang="en-US" dirty="0"/>
              <a:t>First team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91885-BBEC-0C9D-5ADA-A9B470550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38" y="1254370"/>
            <a:ext cx="10978662" cy="4922594"/>
          </a:xfrm>
        </p:spPr>
        <p:txBody>
          <a:bodyPr/>
          <a:lstStyle/>
          <a:p>
            <a:r>
              <a:rPr lang="en-US" dirty="0"/>
              <a:t>Try creating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only                               For example: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76E5F-581D-F73F-1DCE-544BEB2EF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710" y="1250034"/>
            <a:ext cx="3410426" cy="3591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716E5C-02F0-5F30-04BF-FFE1335B1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980" y="4966444"/>
            <a:ext cx="1829055" cy="1590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51F898-0FD5-1551-ACBE-58D61194A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141" y="5309391"/>
            <a:ext cx="2772162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90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D24B-B76D-F298-DF7D-76830FA6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231" y="18255"/>
            <a:ext cx="1051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830BB-1CFC-3345-863D-4D648409C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23" y="1456226"/>
            <a:ext cx="10515600" cy="4486275"/>
          </a:xfrm>
        </p:spPr>
        <p:txBody>
          <a:bodyPr/>
          <a:lstStyle/>
          <a:p>
            <a:r>
              <a:rPr lang="en-US" b="1" dirty="0"/>
              <a:t>React   </a:t>
            </a:r>
          </a:p>
          <a:p>
            <a:pPr marL="457200" lvl="1" indent="0">
              <a:buNone/>
            </a:pPr>
            <a:r>
              <a:rPr lang="en-US" dirty="0"/>
              <a:t>Tool/library we are using to build the interface</a:t>
            </a:r>
          </a:p>
          <a:p>
            <a:r>
              <a:rPr lang="en-US" b="1" dirty="0"/>
              <a:t>Component</a:t>
            </a:r>
          </a:p>
          <a:p>
            <a:pPr marL="457200" lvl="1" indent="0">
              <a:buNone/>
            </a:pPr>
            <a:r>
              <a:rPr lang="en-US" dirty="0"/>
              <a:t>Reusable piece of the interface</a:t>
            </a:r>
          </a:p>
          <a:p>
            <a:r>
              <a:rPr lang="en-US" b="1" dirty="0"/>
              <a:t>JSX</a:t>
            </a:r>
          </a:p>
          <a:p>
            <a:pPr marL="457200" lvl="1" indent="0">
              <a:buNone/>
            </a:pPr>
            <a:r>
              <a:rPr lang="en-US" dirty="0"/>
              <a:t>HTML-like syntax written inside React JavaScript.</a:t>
            </a:r>
          </a:p>
          <a:p>
            <a:r>
              <a:rPr lang="en-US" b="1" dirty="0" err="1"/>
              <a:t>App.jsx</a:t>
            </a:r>
            <a:endParaRPr lang="en-US" b="1" dirty="0"/>
          </a:p>
          <a:p>
            <a:pPr marL="457200" lvl="1" indent="0">
              <a:buNone/>
            </a:pPr>
            <a:r>
              <a:rPr lang="en-US" dirty="0"/>
              <a:t>Our main application component.</a:t>
            </a:r>
          </a:p>
        </p:txBody>
      </p:sp>
    </p:spTree>
    <p:extLst>
      <p:ext uri="{BB962C8B-B14F-4D97-AF65-F5344CB8AC3E}">
        <p14:creationId xmlns:p14="http://schemas.microsoft.com/office/powerpoint/2010/main" val="104059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3137</TotalTime>
  <Words>469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Set up React and Understand What you’re building</vt:lpstr>
      <vt:lpstr>What is React?</vt:lpstr>
      <vt:lpstr>Install Node.js</vt:lpstr>
      <vt:lpstr>Install VS Code</vt:lpstr>
      <vt:lpstr>Create our FLL React Project</vt:lpstr>
      <vt:lpstr>Open the project in VS Code</vt:lpstr>
      <vt:lpstr>Open the project in VS Code</vt:lpstr>
      <vt:lpstr>Open the project in VS Code</vt:lpstr>
      <vt:lpstr>Open the project in VS Code</vt:lpstr>
      <vt:lpstr>You just created your first component</vt:lpstr>
      <vt:lpstr>First team challenge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 Bai</dc:creator>
  <cp:lastModifiedBy>Ping Bai</cp:lastModifiedBy>
  <cp:revision>5</cp:revision>
  <dcterms:created xsi:type="dcterms:W3CDTF">2026-09-19T15:19:43Z</dcterms:created>
  <dcterms:modified xsi:type="dcterms:W3CDTF">2026-10-04T23:24:24Z</dcterms:modified>
</cp:coreProperties>
</file>