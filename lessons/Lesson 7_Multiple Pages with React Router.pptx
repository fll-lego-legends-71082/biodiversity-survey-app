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9D79-ACB6-CD37-F384-10164747F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345D8-34C0-CD65-B945-B05963A67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C4A9E-1EF0-33BC-B4C0-CCCEF373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6722-7AD5-8DA7-F647-40B9B070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EB5B4-FD8F-D6CE-10BD-D0D708A7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3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AD87-32B8-40A9-8CC2-8854C2DD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5CD06-3B75-57D8-BF07-16E7BCC5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0176D-A97B-1137-BFB9-CE7868CA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C345D-536E-EB4A-65F2-38F074E6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BBDAF-F4D3-5D43-0454-0567D19E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7D34-52A6-6380-C313-2D3B26AB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A8DEB-2C8B-19A3-6A4B-9258506DA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D399B-6187-E0A6-C3F6-7266FB3B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2FA4D-C22B-E4AD-49AD-27F2A623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A6873-B2CF-703F-7C21-E604C1C4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6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EA8D-03CD-1F38-8031-E87517AD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BFF5-EC09-7F0C-A5E5-BCAF84A07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37063-850A-DBEB-CAD6-5712D41F7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5B4EE-2A87-C960-A9D7-1DD5D400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D15C7-577C-BDD0-AD9B-34B5443D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3879F-3B2B-321B-A346-12E9FF4B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1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F291-FFC9-9F29-44DE-B2DE56AE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0BD99-3DAD-0221-CA43-C6AA2D814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28D4A-077E-DAE5-4A78-D5FA0C01A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99A65-1710-F09A-9C38-1004489DF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8EE29-1A58-02BA-0631-2C65FE47E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3DE69-F351-C6B7-8DE7-460EAC9E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0E919-B8F8-DEE4-DCAA-285E42654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774BB-0FD0-6143-EB09-357512F4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0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1A32-2868-58BD-D4B9-9E4EC777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4FBDD8-5661-D125-2B6F-9CA554B8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AE15F-2E6E-3C4A-5FB0-74F72B15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8F383-50CA-E204-510C-5C12C19A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7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2074B-6EE6-6FCC-597A-8CC51157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5E7B4-9465-C3DD-7DFC-BACAAD5B0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05CDB-E2BF-CC93-CB01-9021445B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7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08E5-C968-7EE7-A23C-C94F9FE2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B6835-069D-E92C-AE96-79C7D59EF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C98EB-701C-46FB-B65E-628C0ED83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17EAC-5F02-FCCB-5458-96ADBA21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CD2F3-15D8-2B85-642E-70324451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B9389-42D5-1CB2-3D59-77822E21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66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F7A9-3E3F-F3F4-5B8C-A2F98A3D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6CDE3-B212-69E5-420E-571027663EB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94000-BAAC-62CF-139F-CB949E0B0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C6BF2-1C48-0996-1E55-854FD0AC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5BCA1-2A7F-2663-206D-8429B6B8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A8D00-836E-2766-7E41-70DA05FF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2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1240-5414-A17E-CFC0-9FBD6239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A196F-4F4A-5F78-84F9-00C9931DD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FA65A-87BC-F864-CD39-468338C8F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7450C-EB92-1EE6-CCE4-8E3D9045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771C3-730E-2222-E0D0-644ACDAB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4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72267A-363E-63F4-675E-B5F0F6579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10BCB-4A4D-1F88-5E3B-339C7292E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2D6C-1858-0A9A-C7B4-E41C7F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E5731-FFE2-7B55-AD39-831ED941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BC7F4-5A0F-2655-B618-0C9AE269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6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F3AD0E-4739-1A0E-F6A7-BA9166FA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BDD32-9C2B-BCA3-9A4B-7F2A6E864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A7B55-BAA4-B208-483A-6C9E08CA6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9D17A-59F2-4C7C-A221-955BC2192C7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0AA3A-8DAD-61E9-3864-6C9D7BB35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157F-D898-6F82-27DC-22E9AF51F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E59ED-51E9-4D81-893E-F71EB58A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3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D7A4-4039-DBC4-C983-0290EDF783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Multiple Pages with React Router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49A99-AA24-7858-E474-76C1C77D18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86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6653-5400-B57E-A610-FC4DA6D8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23825"/>
            <a:ext cx="10515600" cy="1325563"/>
          </a:xfrm>
        </p:spPr>
        <p:txBody>
          <a:bodyPr/>
          <a:lstStyle/>
          <a:p>
            <a:r>
              <a:rPr lang="en-US" dirty="0"/>
              <a:t>React Router?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C6844-DF22-D314-C4A0-FAA711DAF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34620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 far, our app is essentially one long page.  In this lesson, we’ll make it feel like a real application with navigation: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example, when someone selects Explore, React displays the Explore page. For doing this, we need to use React Router.</a:t>
            </a:r>
          </a:p>
          <a:p>
            <a:r>
              <a:rPr lang="en-US" dirty="0"/>
              <a:t>Install React Router</a:t>
            </a:r>
          </a:p>
          <a:p>
            <a:pPr marL="457200" lvl="1" indent="0">
              <a:buNone/>
            </a:pPr>
            <a:r>
              <a:rPr lang="en-US" dirty="0"/>
              <a:t>Open your VS Code terminal inside your project folder, type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ACEF6-7245-EF6E-43EB-AF2A6D5F7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81" y="2204993"/>
            <a:ext cx="3649920" cy="776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62FCA7-DADD-F879-262D-E2302F2F5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101" y="4795813"/>
            <a:ext cx="3435149" cy="50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94B8-48F9-2B6E-A1CF-1F0634F1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18255"/>
            <a:ext cx="10515600" cy="1325563"/>
          </a:xfrm>
        </p:spPr>
        <p:txBody>
          <a:bodyPr/>
          <a:lstStyle/>
          <a:p>
            <a:r>
              <a:rPr lang="en-US" dirty="0"/>
              <a:t>Create a </a:t>
            </a:r>
            <a:r>
              <a:rPr lang="en-US" dirty="0">
                <a:highlight>
                  <a:srgbClr val="C0C0C0"/>
                </a:highlight>
              </a:rPr>
              <a:t>pages</a:t>
            </a:r>
            <a:r>
              <a:rPr lang="en-US" dirty="0"/>
              <a:t>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71A88-5F7B-5B0B-DDB8-8A43B2924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343817"/>
            <a:ext cx="10515600" cy="4990307"/>
          </a:xfrm>
        </p:spPr>
        <p:txBody>
          <a:bodyPr/>
          <a:lstStyle/>
          <a:p>
            <a:r>
              <a:rPr lang="en-US" dirty="0"/>
              <a:t>Create a “pages” folder in “src” folder, </a:t>
            </a:r>
          </a:p>
          <a:p>
            <a:r>
              <a:rPr lang="en-US" dirty="0"/>
              <a:t>And create 4 files Home.jsx, Explore.jsx, AddObservation.jsx, and About.jsx. Each .</a:t>
            </a:r>
            <a:r>
              <a:rPr lang="en-US" dirty="0" err="1"/>
              <a:t>jsx</a:t>
            </a:r>
            <a:r>
              <a:rPr lang="en-US" dirty="0"/>
              <a:t> file is for a page. </a:t>
            </a:r>
          </a:p>
          <a:p>
            <a:r>
              <a:rPr lang="en-US" dirty="0"/>
              <a:t>Each page is simply another React component.</a:t>
            </a:r>
          </a:p>
          <a:p>
            <a:r>
              <a:rPr lang="en-US" dirty="0"/>
              <a:t>The folder tree should look like this: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96D45-C19F-244E-FBC3-0D3F6E42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39" y="3275393"/>
            <a:ext cx="2962688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4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9B0E-9E66-12DE-D6D4-520E71EF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28573"/>
            <a:ext cx="10515600" cy="1325563"/>
          </a:xfrm>
        </p:spPr>
        <p:txBody>
          <a:bodyPr/>
          <a:lstStyle/>
          <a:p>
            <a:r>
              <a:rPr lang="en-US" dirty="0"/>
              <a:t>Create the 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ABB0A-6564-E9B6-EED4-B6FEEF3D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5" y="1354136"/>
            <a:ext cx="10782300" cy="4833145"/>
          </a:xfrm>
        </p:spPr>
        <p:txBody>
          <a:bodyPr/>
          <a:lstStyle/>
          <a:p>
            <a:r>
              <a:rPr lang="en-US" dirty="0"/>
              <a:t>In Home.jsx, enter: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F9DFA-31B2-A3AF-D222-638C373E5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182" y="1838103"/>
            <a:ext cx="3305636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90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CC72-AE6D-1AC7-2B07-B003979A5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2" y="18255"/>
            <a:ext cx="10515600" cy="1325563"/>
          </a:xfrm>
        </p:spPr>
        <p:txBody>
          <a:bodyPr/>
          <a:lstStyle/>
          <a:p>
            <a:r>
              <a:rPr lang="en-US" dirty="0"/>
              <a:t>Create the Explore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ACF4E-FC68-4D2D-1B6B-4DF370AB7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23" y="1343818"/>
            <a:ext cx="10515600" cy="4351338"/>
          </a:xfrm>
        </p:spPr>
        <p:txBody>
          <a:bodyPr/>
          <a:lstStyle/>
          <a:p>
            <a:r>
              <a:rPr lang="en-US" dirty="0"/>
              <a:t>In Explore.jsx, enter: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000E63-31BB-4C9D-272B-C76865CDB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035" y="2016370"/>
            <a:ext cx="3690794" cy="349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90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15289-B3ED-4318-C904-59FADB96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2" y="23446"/>
            <a:ext cx="10515600" cy="1325563"/>
          </a:xfrm>
        </p:spPr>
        <p:txBody>
          <a:bodyPr/>
          <a:lstStyle/>
          <a:p>
            <a:r>
              <a:rPr lang="en-US" dirty="0"/>
              <a:t>Create the Add Observation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DE33-9CA8-2892-8117-3EF753E48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662" y="1485656"/>
            <a:ext cx="10515600" cy="4351338"/>
          </a:xfrm>
        </p:spPr>
        <p:txBody>
          <a:bodyPr/>
          <a:lstStyle/>
          <a:p>
            <a:r>
              <a:rPr lang="en-US" dirty="0"/>
              <a:t>In AddObservation.jsx, enter: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FE3C4-7DB1-D5F6-109F-C4BE5027C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58" y="2229770"/>
            <a:ext cx="4149552" cy="33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3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077D-7921-7A46-318C-6F88CDC9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46" y="83771"/>
            <a:ext cx="10515600" cy="1325563"/>
          </a:xfrm>
        </p:spPr>
        <p:txBody>
          <a:bodyPr/>
          <a:lstStyle/>
          <a:p>
            <a:r>
              <a:rPr lang="en-US" dirty="0"/>
              <a:t>Create the About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DDF7-E943-A9AB-85E9-50EB641B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6" y="1421057"/>
            <a:ext cx="10515600" cy="4351338"/>
          </a:xfrm>
        </p:spPr>
        <p:txBody>
          <a:bodyPr/>
          <a:lstStyle/>
          <a:p>
            <a:r>
              <a:rPr lang="en-US" dirty="0"/>
              <a:t>In About.jsx, enter: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AA32F-E979-53F6-3E1C-78437B365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232" y="1926556"/>
            <a:ext cx="3974378" cy="427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5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2034-7D85-C2F2-36B6-617C24B9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0249"/>
            <a:ext cx="10515600" cy="1325563"/>
          </a:xfrm>
        </p:spPr>
        <p:txBody>
          <a:bodyPr/>
          <a:lstStyle/>
          <a:p>
            <a:r>
              <a:rPr lang="en-US" dirty="0"/>
              <a:t>Set up React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E522-6974-4EFA-19D2-C6333C4F2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31" y="137581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Open </a:t>
            </a:r>
            <a:r>
              <a:rPr lang="en-US" dirty="0" err="1"/>
              <a:t>App.jsx</a:t>
            </a:r>
            <a:r>
              <a:rPr lang="en-US" dirty="0"/>
              <a:t>. Import: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import your pages: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write: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06DE4-1000-F8FF-FD8B-B65D17D4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992" y="1375812"/>
            <a:ext cx="2210108" cy="109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A6946A-6627-ECEE-A2F3-33A54C2F8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992" y="2701375"/>
            <a:ext cx="3600953" cy="866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3077F3-0E13-C7DE-A9A3-0E0FC65B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561" y="3649239"/>
            <a:ext cx="4102131" cy="321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58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4900-C715-43F8-217D-1C9B2AD7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3" y="18255"/>
            <a:ext cx="10515600" cy="1325563"/>
          </a:xfrm>
        </p:spPr>
        <p:txBody>
          <a:bodyPr/>
          <a:lstStyle/>
          <a:p>
            <a:r>
              <a:rPr lang="en-US" dirty="0"/>
              <a:t>Understand &lt;Route&gt;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60170-1759-2325-6FB0-91D2ED72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92" y="1343817"/>
            <a:ext cx="10720753" cy="4810797"/>
          </a:xfrm>
        </p:spPr>
        <p:txBody>
          <a:bodyPr/>
          <a:lstStyle/>
          <a:p>
            <a:r>
              <a:rPr lang="en-US" dirty="0"/>
              <a:t>Look at: </a:t>
            </a:r>
          </a:p>
          <a:p>
            <a:r>
              <a:rPr lang="en-US" dirty="0"/>
              <a:t>It means: </a:t>
            </a:r>
          </a:p>
          <a:p>
            <a:pPr lvl="1"/>
            <a:r>
              <a:rPr lang="en-US" dirty="0"/>
              <a:t>If the browser’s path is /explore, display the &lt;Explore /&gt; component.</a:t>
            </a:r>
          </a:p>
          <a:p>
            <a:r>
              <a:rPr lang="en-US" dirty="0"/>
              <a:t>Conceptually: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F788C-A3A5-344A-F038-1A6B586E5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219" y="1343816"/>
            <a:ext cx="5249008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48FC0-C663-7A25-BC1D-A793B3BC7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936" y="2848462"/>
            <a:ext cx="1857634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83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A698-4775-B4DE-A9F3-DF862C3F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31" y="18255"/>
            <a:ext cx="10515600" cy="1325563"/>
          </a:xfrm>
        </p:spPr>
        <p:txBody>
          <a:bodyPr/>
          <a:lstStyle/>
          <a:p>
            <a:r>
              <a:rPr lang="en-US" dirty="0"/>
              <a:t>Create a Navigation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31313-DEDF-D8D8-C370-D7D80F0C6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31" y="1343818"/>
            <a:ext cx="10515600" cy="4351338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Navigation.jsx</a:t>
            </a:r>
            <a:r>
              <a:rPr lang="en-US" dirty="0"/>
              <a:t> in the folder src/components.</a:t>
            </a:r>
          </a:p>
          <a:p>
            <a:r>
              <a:rPr lang="en-US" dirty="0"/>
              <a:t>Add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E7D7A-639A-1854-D637-727065ED3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87" y="1880570"/>
            <a:ext cx="4895105" cy="47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7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8183-621E-11A4-465C-393C4765E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08" y="18255"/>
            <a:ext cx="10515600" cy="1325563"/>
          </a:xfrm>
        </p:spPr>
        <p:txBody>
          <a:bodyPr/>
          <a:lstStyle/>
          <a:p>
            <a:r>
              <a:rPr lang="en-US" dirty="0"/>
              <a:t>Add Navigation to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96CB1-D5D9-BE67-10D3-129F0FA71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08" y="1438764"/>
            <a:ext cx="10515600" cy="4351338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App.jsx</a:t>
            </a:r>
            <a:r>
              <a:rPr lang="en-US" dirty="0"/>
              <a:t>, import Navigation:</a:t>
            </a:r>
          </a:p>
          <a:p>
            <a:r>
              <a:rPr lang="en-US" dirty="0"/>
              <a:t>Then in HTML section, add &lt;Navigation /&gt;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1712A-136D-8FFC-C4F9-C04FAE321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922" y="1550720"/>
            <a:ext cx="5144218" cy="33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3E7BA6-3980-9B9F-BF23-61779D376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474284"/>
            <a:ext cx="4749749" cy="415243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B07B15B-2188-C079-9C8B-148E4FE74F9F}"/>
              </a:ext>
            </a:extLst>
          </p:cNvPr>
          <p:cNvSpPr/>
          <p:nvPr/>
        </p:nvSpPr>
        <p:spPr>
          <a:xfrm>
            <a:off x="5024071" y="3145510"/>
            <a:ext cx="1594339" cy="468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2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3B4D-0AD1-4EF9-7804-40DA5003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1275"/>
            <a:ext cx="10515600" cy="1325563"/>
          </a:xfrm>
        </p:spPr>
        <p:txBody>
          <a:bodyPr/>
          <a:lstStyle/>
          <a:p>
            <a:r>
              <a:rPr lang="en-US" dirty="0"/>
              <a:t>More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1E80E-33CB-2468-A769-09E06531E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3331"/>
            <a:ext cx="10515600" cy="4351338"/>
          </a:xfrm>
        </p:spPr>
        <p:txBody>
          <a:bodyPr/>
          <a:lstStyle/>
          <a:p>
            <a:r>
              <a:rPr lang="en-US" dirty="0"/>
              <a:t>Style the navigation. See attached App.css</a:t>
            </a:r>
          </a:p>
          <a:p>
            <a:r>
              <a:rPr lang="en-US" dirty="0"/>
              <a:t>Move observations to Explore page. See attached </a:t>
            </a:r>
            <a:r>
              <a:rPr lang="en-US" dirty="0" err="1"/>
              <a:t>Expore.jsx</a:t>
            </a:r>
            <a:endParaRPr lang="en-US" dirty="0"/>
          </a:p>
          <a:p>
            <a:r>
              <a:rPr lang="en-US" dirty="0"/>
              <a:t>Move the form to Add Observation page. See attached AddObservation.jsx</a:t>
            </a:r>
          </a:p>
          <a:p>
            <a:r>
              <a:rPr lang="en-US" dirty="0" err="1"/>
              <a:t>App.jsx</a:t>
            </a:r>
            <a:r>
              <a:rPr lang="en-US" dirty="0"/>
              <a:t> update. See attached.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11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308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Multiple Pages with React Router</vt:lpstr>
      <vt:lpstr>React Router?</vt:lpstr>
      <vt:lpstr>Create a pages folder</vt:lpstr>
      <vt:lpstr>Create the Home page</vt:lpstr>
      <vt:lpstr>Create the Explore page</vt:lpstr>
      <vt:lpstr>Create the Add Observation page</vt:lpstr>
      <vt:lpstr>Create the About page</vt:lpstr>
      <vt:lpstr>Set up React Router</vt:lpstr>
      <vt:lpstr>Understand &lt;Route&gt;</vt:lpstr>
      <vt:lpstr>Create a Navigation component</vt:lpstr>
      <vt:lpstr>Add Navigation to App</vt:lpstr>
      <vt:lpstr>More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1</cp:revision>
  <dcterms:created xsi:type="dcterms:W3CDTF">2026-10-24T20:55:50Z</dcterms:created>
  <dcterms:modified xsi:type="dcterms:W3CDTF">2026-10-25T12:23:43Z</dcterms:modified>
</cp:coreProperties>
</file>