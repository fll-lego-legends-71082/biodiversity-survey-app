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6A7E-6032-29D1-3FB0-3690814A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2CB01-C59D-C043-A11B-761D507AD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9ABC-D890-C267-1EF8-4BE8D463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9A3F-D1D8-C83D-E7C2-903937F2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A737A-5E6C-4BD5-3769-48AD61F7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3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F62AA-115E-BC10-3F57-1248EF94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3115-1A4F-3826-72E0-9787778D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6D54E-C336-32E4-EAAD-0BDA13A1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8AF0B-564A-9E26-9857-B547B445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C5E5D-F8E4-CD17-4A6D-ACDFB1E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5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0DF3-8382-8552-9BD1-876262B64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87C3E-D175-9047-C544-4A51677A9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4B78-C6CD-D87A-0A6F-CB372467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46B27-44E0-F8B0-7389-CE29EC44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8727-97C5-5CC6-5FF5-48AB8556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7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9507-A316-166F-4350-AD826B6F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267D4-2686-97CD-E89D-CF95F53F0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50DA3-6025-AFFF-64D3-5EE33355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C4AB1-8F50-4FDA-2EEA-81AA9EAA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36B56-51CA-AC3D-AB38-1B28AD0C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EA162-C755-C6F3-DDCD-542B6EE7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8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9D51-EC2F-98B6-17BF-E12729E0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B180D-4D91-D591-BC90-A1380AC09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292C2-EFED-E5FE-973E-00CAF33A9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BD17E-F569-19B2-EA28-AB29BB2A6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3856F-EFCC-6B25-F45B-8B8EFF1D3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E8403-54C0-D751-EF4F-B483DC65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72EE0-A33B-CCAC-7EEB-90022094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2E405-0464-83B1-7D75-5D66A7CC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7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091A7-ABF4-18C7-CBA3-775B8496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65249-9039-5507-1354-F29F39B5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7C354-791F-0B20-6AE3-F862F25C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F5431-4863-CD4C-6C73-D309626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6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E038E-8AEB-3154-DBCF-F3AF2EDC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DC770-A089-A7BC-AFE1-025ECE3F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91555-A88C-E6F5-4464-1FA6B32E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08FE7-C1EA-4A0C-12BB-B5D62B43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EF9F-95BE-6921-A69E-043749E2E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DB7C8-790B-4677-88F8-99F853554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B33E7-A3F0-C385-54A6-7FAF4B19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9BE19-E392-7CC0-F7FE-48B91470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647B9-0790-427E-1A0C-A3FA6F6D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3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26A1-4CA9-C539-D731-0467B7D6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FE696-736D-1F02-3511-C4CED7A742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1B537-17D9-8FAF-FB78-0597B31E6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43B95-BE03-4406-23E6-F61A5E86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ECCCF-971E-2CE9-3437-87589E43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67EFD-4070-1D71-DDD9-4A830C17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3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7111-8430-E23B-9767-83DF7926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04DB0-A9FE-31D9-C248-F2D86C012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55C55-C50B-AA3F-FA03-F74854FD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B240-AE56-4DF2-1BD1-AAFF8909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7B64-9FCA-16C9-8C13-94EDDAA0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7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60A9C-5FC0-984B-0BD0-430E6458E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9C6F1-5CCD-C6AB-E6F9-8511B18F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ABE2-17D3-1C08-4DC8-B9F74BD2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6E1C-9BFD-AE4A-11E7-ADE7D75E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D8B2-783D-F8C5-37D3-BEC8EF9B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B97C3-AE8F-85D3-63B3-729E5D2DB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36771-EF61-A5C1-039A-164A5626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E4189-FE35-3068-8B8B-64631F83F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B7099-B5DA-4E9F-9E85-23F817F729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5A248-F71C-8D80-6995-3B2F1AC36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3D91-4F68-C340-C258-2B1AAC40A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6F567-A21E-43EC-9023-451B43CC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4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9910-40E4-0C09-B9B8-AD00EEBDE0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Components and Props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FD94C-4252-B4DA-F9E1-638D63FA8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5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CBC6-EEFC-06F0-498B-918E7B41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36525"/>
            <a:ext cx="10515600" cy="1325563"/>
          </a:xfrm>
        </p:spPr>
        <p:txBody>
          <a:bodyPr/>
          <a:lstStyle/>
          <a:p>
            <a:r>
              <a:rPr lang="en-US" dirty="0"/>
              <a:t>Why do we need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7ADC9-5BA5-5625-81A3-2A5EED4EA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301262"/>
            <a:ext cx="6625738" cy="5247228"/>
          </a:xfrm>
        </p:spPr>
        <p:txBody>
          <a:bodyPr>
            <a:normAutofit/>
          </a:bodyPr>
          <a:lstStyle/>
          <a:p>
            <a:r>
              <a:rPr lang="en-US" dirty="0"/>
              <a:t>Suppose we have three observations. </a:t>
            </a:r>
          </a:p>
          <a:p>
            <a:r>
              <a:rPr lang="en-US" dirty="0"/>
              <a:t>We could write: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works, but imagine you have 500 observations. Will you repeat 500 times?</a:t>
            </a:r>
          </a:p>
          <a:p>
            <a:r>
              <a:rPr lang="en-US" dirty="0"/>
              <a:t> Instead, React let us create a reusable component: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66084-09A8-AD12-B982-2A7EB616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991" y="1297965"/>
            <a:ext cx="4294884" cy="3500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B6DAE2-C832-4662-EB0F-4D6DD2E65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862" y="5116913"/>
            <a:ext cx="4806931" cy="109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5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CE40-3EEA-15F4-91B6-A6D05478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Create our first separate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0506-DB39-2557-7A1F-4461DFD89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1343818"/>
            <a:ext cx="10861431" cy="53852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Inside “</a:t>
            </a:r>
            <a:r>
              <a:rPr lang="en-US" dirty="0" err="1"/>
              <a:t>src</a:t>
            </a:r>
            <a:r>
              <a:rPr lang="en-US" dirty="0"/>
              <a:t>” folder, create a new folder:  </a:t>
            </a:r>
          </a:p>
          <a:p>
            <a:r>
              <a:rPr lang="en-US" dirty="0"/>
              <a:t>Click to open </a:t>
            </a:r>
          </a:p>
          <a:p>
            <a:endParaRPr lang="en-US" dirty="0"/>
          </a:p>
          <a:p>
            <a:r>
              <a:rPr lang="en-US" dirty="0"/>
              <a:t>And enter: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just created another React component.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1E165-1FEC-DC65-A8C2-12B93AF2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66" y="1336644"/>
            <a:ext cx="4427399" cy="2665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DC64C-DB34-5AEE-E167-9BCBDA93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311" y="2157124"/>
            <a:ext cx="4484090" cy="6756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76B42-65BE-C18B-DCD1-379466EE2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581" y="2977662"/>
            <a:ext cx="3796833" cy="324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7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B464-3DA6-53F5-C798-FDBBBB5E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08" y="18255"/>
            <a:ext cx="10515600" cy="1325563"/>
          </a:xfrm>
        </p:spPr>
        <p:txBody>
          <a:bodyPr/>
          <a:lstStyle/>
          <a:p>
            <a:r>
              <a:rPr lang="en-US" dirty="0"/>
              <a:t>Use the component in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4933-C4AC-5466-C1BA-618013E96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708" y="1343818"/>
            <a:ext cx="11172092" cy="4833145"/>
          </a:xfrm>
        </p:spPr>
        <p:txBody>
          <a:bodyPr/>
          <a:lstStyle/>
          <a:p>
            <a:r>
              <a:rPr lang="en-US" dirty="0"/>
              <a:t>Now open </a:t>
            </a:r>
            <a:r>
              <a:rPr lang="en-US" dirty="0" err="1"/>
              <a:t>App.jsx</a:t>
            </a:r>
            <a:r>
              <a:rPr lang="en-US" dirty="0"/>
              <a:t>. </a:t>
            </a:r>
          </a:p>
          <a:p>
            <a:r>
              <a:rPr lang="en-US" dirty="0"/>
              <a:t>At the top, import the component: </a:t>
            </a:r>
          </a:p>
          <a:p>
            <a:r>
              <a:rPr lang="en-US" dirty="0"/>
              <a:t>Then use it: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browser should display: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0D2C4-BF2D-DCAE-39B8-E1309A9B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96" y="1711885"/>
            <a:ext cx="4744112" cy="7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A549C-4055-0007-0279-6D41839B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50" y="2426360"/>
            <a:ext cx="3772426" cy="295316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3C74C2A-F487-EF02-57B0-6CEAD1327699}"/>
              </a:ext>
            </a:extLst>
          </p:cNvPr>
          <p:cNvSpPr/>
          <p:nvPr/>
        </p:nvSpPr>
        <p:spPr>
          <a:xfrm>
            <a:off x="2656741" y="3979740"/>
            <a:ext cx="2096233" cy="468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29F1F-2A95-9A99-DEFC-BECDE143A0FD}"/>
              </a:ext>
            </a:extLst>
          </p:cNvPr>
          <p:cNvSpPr txBox="1"/>
          <p:nvPr/>
        </p:nvSpPr>
        <p:spPr>
          <a:xfrm>
            <a:off x="6429167" y="3902941"/>
            <a:ext cx="2166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 recognize it as the component we created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5D2836-5CE2-38FC-6389-2D2621B37EF7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4857750" y="4214201"/>
            <a:ext cx="1571417" cy="150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29C8EBF-27AC-5D57-BE10-364E95EB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807" y="5389048"/>
            <a:ext cx="2943636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6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D2BE-198D-0E49-7627-5F75CD02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55575"/>
            <a:ext cx="10515600" cy="1325563"/>
          </a:xfrm>
        </p:spPr>
        <p:txBody>
          <a:bodyPr/>
          <a:lstStyle/>
          <a:p>
            <a:r>
              <a:rPr lang="en-US" dirty="0"/>
              <a:t>But there’s a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6F43F-F184-B2D2-ED4A-B0CB5DFF4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481138"/>
            <a:ext cx="10706100" cy="4695825"/>
          </a:xfrm>
        </p:spPr>
        <p:txBody>
          <a:bodyPr/>
          <a:lstStyle/>
          <a:p>
            <a:r>
              <a:rPr lang="en-US" dirty="0"/>
              <a:t>The component </a:t>
            </a:r>
            <a:r>
              <a:rPr lang="en-US" dirty="0" err="1"/>
              <a:t>ObservationCard</a:t>
            </a:r>
            <a:r>
              <a:rPr lang="en-US" dirty="0"/>
              <a:t> just represent one specie. </a:t>
            </a:r>
          </a:p>
          <a:p>
            <a:r>
              <a:rPr lang="en-US" dirty="0"/>
              <a:t>That’s not very useful</a:t>
            </a:r>
          </a:p>
          <a:p>
            <a:r>
              <a:rPr lang="en-US" dirty="0"/>
              <a:t>We want to have an </a:t>
            </a:r>
            <a:r>
              <a:rPr lang="en-US" dirty="0" err="1"/>
              <a:t>ObservationCard</a:t>
            </a:r>
            <a:r>
              <a:rPr lang="en-US" dirty="0"/>
              <a:t> to represent different species.</a:t>
            </a:r>
          </a:p>
          <a:p>
            <a:r>
              <a:rPr lang="en-US" dirty="0"/>
              <a:t>That’s where props come in. </a:t>
            </a:r>
          </a:p>
        </p:txBody>
      </p:sp>
    </p:spTree>
    <p:extLst>
      <p:ext uri="{BB962C8B-B14F-4D97-AF65-F5344CB8AC3E}">
        <p14:creationId xmlns:p14="http://schemas.microsoft.com/office/powerpoint/2010/main" val="2599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7A5F-95FA-5916-49F1-8E82CB55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07950"/>
            <a:ext cx="10515600" cy="1325563"/>
          </a:xfrm>
        </p:spPr>
        <p:txBody>
          <a:bodyPr/>
          <a:lstStyle/>
          <a:p>
            <a:r>
              <a:rPr lang="en-US" dirty="0"/>
              <a:t>What are props?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6648E-5BB8-5F39-F359-4CB4F83B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314450"/>
            <a:ext cx="10877550" cy="4862513"/>
          </a:xfrm>
        </p:spPr>
        <p:txBody>
          <a:bodyPr/>
          <a:lstStyle/>
          <a:p>
            <a:r>
              <a:rPr lang="en-US" dirty="0"/>
              <a:t>Props are information that we give to a component. For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We’re giving the component two pieces of information: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are called props, short for properties.</a:t>
            </a:r>
          </a:p>
          <a:p>
            <a:r>
              <a:rPr lang="en-US" dirty="0"/>
              <a:t>You can think of them like function arguments.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76B6B-1527-C9ED-6B0B-CADCD6D7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68048"/>
            <a:ext cx="4697768" cy="1660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DF79A-4CF9-FABD-C91F-E7180E278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44" y="3795819"/>
            <a:ext cx="6066036" cy="10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B91C4-5CC9-FB65-C2E6-05F7BF2B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23" y="165832"/>
            <a:ext cx="10515600" cy="1325563"/>
          </a:xfrm>
        </p:spPr>
        <p:txBody>
          <a:bodyPr/>
          <a:lstStyle/>
          <a:p>
            <a:r>
              <a:rPr lang="en-US" dirty="0"/>
              <a:t>Receive the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DF994-A25B-589A-0889-9AFAE115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22" y="1491395"/>
            <a:ext cx="11087341" cy="4351338"/>
          </a:xfrm>
        </p:spPr>
        <p:txBody>
          <a:bodyPr/>
          <a:lstStyle/>
          <a:p>
            <a:r>
              <a:rPr lang="en-US" dirty="0"/>
              <a:t>Now change </a:t>
            </a:r>
            <a:r>
              <a:rPr lang="en-US" dirty="0" err="1"/>
              <a:t>ObservationCard.jsx</a:t>
            </a:r>
            <a:r>
              <a:rPr lang="en-US" dirty="0"/>
              <a:t> to: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F9996-1EC4-4EAD-48E5-2DD6D091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36" y="2074350"/>
            <a:ext cx="7443220" cy="416232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6AC857C-A95D-F791-5152-AAA971B7E028}"/>
              </a:ext>
            </a:extLst>
          </p:cNvPr>
          <p:cNvSpPr/>
          <p:nvPr/>
        </p:nvSpPr>
        <p:spPr>
          <a:xfrm>
            <a:off x="3657601" y="2391508"/>
            <a:ext cx="2438400" cy="1037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756EC-D27D-517F-88CD-7A0D8D9A57C2}"/>
              </a:ext>
            </a:extLst>
          </p:cNvPr>
          <p:cNvSpPr txBox="1"/>
          <p:nvPr/>
        </p:nvSpPr>
        <p:spPr>
          <a:xfrm>
            <a:off x="8527055" y="1938969"/>
            <a:ext cx="3272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component receives </a:t>
            </a:r>
            <a:r>
              <a:rPr lang="en-US" dirty="0">
                <a:highlight>
                  <a:srgbClr val="C0C0C0"/>
                </a:highlight>
              </a:rPr>
              <a:t>species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and </a:t>
            </a:r>
            <a:r>
              <a:rPr lang="en-US" dirty="0">
                <a:highlight>
                  <a:srgbClr val="C0C0C0"/>
                </a:highlight>
              </a:rPr>
              <a:t>location</a:t>
            </a:r>
            <a:r>
              <a:rPr lang="en-US" dirty="0"/>
              <a:t>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4C1975-0A52-46AF-42E3-4BD27E7AF960}"/>
              </a:ext>
            </a:extLst>
          </p:cNvPr>
          <p:cNvCxnSpPr/>
          <p:nvPr/>
        </p:nvCxnSpPr>
        <p:spPr>
          <a:xfrm flipH="1">
            <a:off x="6257581" y="2391508"/>
            <a:ext cx="2269474" cy="340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D647D5B-A28A-5555-CA95-9CC6A41460DC}"/>
              </a:ext>
            </a:extLst>
          </p:cNvPr>
          <p:cNvSpPr/>
          <p:nvPr/>
        </p:nvSpPr>
        <p:spPr>
          <a:xfrm>
            <a:off x="1883885" y="3635566"/>
            <a:ext cx="1211856" cy="947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96EDA9-F55E-8C8E-7A54-F4C3F7610408}"/>
              </a:ext>
            </a:extLst>
          </p:cNvPr>
          <p:cNvSpPr txBox="1"/>
          <p:nvPr/>
        </p:nvSpPr>
        <p:spPr>
          <a:xfrm>
            <a:off x="8527055" y="3734718"/>
            <a:ext cx="22694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 { } tells JSX:</a:t>
            </a:r>
          </a:p>
          <a:p>
            <a:r>
              <a:rPr lang="en-US" dirty="0"/>
              <a:t>Evaluate this as </a:t>
            </a:r>
            <a:r>
              <a:rPr lang="en-US" dirty="0" err="1"/>
              <a:t>Javascript</a:t>
            </a:r>
            <a:r>
              <a:rPr lang="en-US" dirty="0"/>
              <a:t> rather than displaying the word “species” or “location”.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7B1967-11FE-17C1-F7B7-1E6DE38D75D3}"/>
              </a:ext>
            </a:extLst>
          </p:cNvPr>
          <p:cNvCxnSpPr>
            <a:cxnSpLocks/>
          </p:cNvCxnSpPr>
          <p:nvPr/>
        </p:nvCxnSpPr>
        <p:spPr>
          <a:xfrm flipH="1" flipV="1">
            <a:off x="3811836" y="4155513"/>
            <a:ext cx="4549966" cy="264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50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7DC0-0554-B0CF-C427-5653DB28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09" y="155805"/>
            <a:ext cx="10515600" cy="1325563"/>
          </a:xfrm>
        </p:spPr>
        <p:txBody>
          <a:bodyPr/>
          <a:lstStyle/>
          <a:p>
            <a:r>
              <a:rPr lang="en-US" dirty="0"/>
              <a:t>Now reuse the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1639-F6AE-B03E-9C79-6FA590F5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09" y="1481368"/>
            <a:ext cx="3524479" cy="4508309"/>
          </a:xfrm>
        </p:spPr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App.jsx</a:t>
            </a:r>
            <a:r>
              <a:rPr lang="en-US" dirty="0"/>
              <a:t> to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B940B-56AB-F4D5-3ADD-254B9BC3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950" y="0"/>
            <a:ext cx="5319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1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9BC9-DDAD-5551-EB85-2F5AFAAF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40677"/>
            <a:ext cx="11060723" cy="1125415"/>
          </a:xfrm>
        </p:spPr>
        <p:txBody>
          <a:bodyPr/>
          <a:lstStyle/>
          <a:p>
            <a:r>
              <a:rPr lang="en-US" dirty="0"/>
              <a:t>Let’s add more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003A-F639-CA65-AF8B-23860DA89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24" y="1348154"/>
            <a:ext cx="5814646" cy="4828809"/>
          </a:xfrm>
        </p:spPr>
        <p:txBody>
          <a:bodyPr/>
          <a:lstStyle/>
          <a:p>
            <a:r>
              <a:rPr lang="en-US" dirty="0"/>
              <a:t>Real biodiversity observations need more information. Let’s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Change </a:t>
            </a:r>
            <a:r>
              <a:rPr lang="en-US" dirty="0" err="1"/>
              <a:t>ObservationCard.jsx</a:t>
            </a:r>
            <a:r>
              <a:rPr lang="en-US" dirty="0"/>
              <a:t> to: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C8860-4415-C910-855B-CAD99DC29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6" y="2203938"/>
            <a:ext cx="2250320" cy="1812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7BEE31-B7AE-A9CC-6F31-B7B3BD553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29" y="459761"/>
            <a:ext cx="4865721" cy="602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0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67F3-5B7B-6742-2342-421DE726D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54" y="407132"/>
            <a:ext cx="10515600" cy="4351338"/>
          </a:xfrm>
        </p:spPr>
        <p:txBody>
          <a:bodyPr/>
          <a:lstStyle/>
          <a:p>
            <a:r>
              <a:rPr lang="en-US" dirty="0"/>
              <a:t>Now in </a:t>
            </a:r>
            <a:r>
              <a:rPr lang="en-US" dirty="0" err="1"/>
              <a:t>App.jsx</a:t>
            </a:r>
            <a:r>
              <a:rPr lang="en-US" dirty="0"/>
              <a:t>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page should show something like: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B0D75-6070-279E-DC58-6E84D42C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8" y="1019908"/>
            <a:ext cx="4704504" cy="2861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C2757-87A2-D5A9-2D48-6F4C6082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77" y="4758470"/>
            <a:ext cx="3360445" cy="169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4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4074-A5DA-F9D1-D3D4-2C9905FB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98425"/>
            <a:ext cx="10515600" cy="1325563"/>
          </a:xfrm>
        </p:spPr>
        <p:txBody>
          <a:bodyPr/>
          <a:lstStyle/>
          <a:p>
            <a:r>
              <a:rPr lang="en-US" dirty="0"/>
              <a:t>Props don’t have to be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FA540-9F6F-B1D4-F25B-9F21AF84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339850"/>
            <a:ext cx="10515600" cy="5143012"/>
          </a:xfrm>
        </p:spPr>
        <p:txBody>
          <a:bodyPr/>
          <a:lstStyle/>
          <a:p>
            <a:r>
              <a:rPr lang="en-US" dirty="0"/>
              <a:t>Props can contain numbers: </a:t>
            </a:r>
          </a:p>
          <a:p>
            <a:endParaRPr lang="en-US" dirty="0"/>
          </a:p>
          <a:p>
            <a:r>
              <a:rPr lang="en-US" dirty="0"/>
              <a:t>They can contain Boolean values:</a:t>
            </a:r>
          </a:p>
          <a:p>
            <a:endParaRPr lang="en-US" dirty="0"/>
          </a:p>
          <a:p>
            <a:r>
              <a:rPr lang="en-US" dirty="0"/>
              <a:t>Arrays: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entire </a:t>
            </a:r>
            <a:r>
              <a:rPr lang="en-US" dirty="0" err="1"/>
              <a:t>Javascript</a:t>
            </a:r>
            <a:r>
              <a:rPr lang="en-US" dirty="0"/>
              <a:t> objects: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F5500-44CA-6B05-B613-46CECCCE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064" y="1423988"/>
            <a:ext cx="3038636" cy="954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C90E6-7F5D-A6B1-17C4-AB16E32D0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716" y="2490904"/>
            <a:ext cx="4058945" cy="10666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65B70-0F75-024B-1527-710CADEDD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477" y="3619695"/>
            <a:ext cx="4276670" cy="1043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9D1DE6-3FB0-98E1-CCC6-61E27DD58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197" y="4996605"/>
            <a:ext cx="4332834" cy="104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8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BA96-2A5D-C532-53F5-090E4A92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18255"/>
            <a:ext cx="10515600" cy="1325563"/>
          </a:xfrm>
        </p:spPr>
        <p:txBody>
          <a:bodyPr/>
          <a:lstStyle/>
          <a:p>
            <a:r>
              <a:rPr lang="en-US" dirty="0"/>
              <a:t>Add an observation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C6081-59E1-37BD-C941-5CC7A736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85" y="1343818"/>
            <a:ext cx="10931769" cy="4833145"/>
          </a:xfrm>
        </p:spPr>
        <p:txBody>
          <a:bodyPr/>
          <a:lstStyle/>
          <a:p>
            <a:r>
              <a:rPr lang="en-US" dirty="0"/>
              <a:t>Let’s add another prop: </a:t>
            </a:r>
          </a:p>
          <a:p>
            <a:r>
              <a:rPr lang="en-US" dirty="0"/>
              <a:t>Change </a:t>
            </a:r>
            <a:r>
              <a:rPr lang="en-US" dirty="0" err="1"/>
              <a:t>ObservationCard.jsx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10F64-F00F-7697-8DD7-C88A8036C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30" y="1250033"/>
            <a:ext cx="1910861" cy="578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DB191-AE28-F899-56B6-A32CA9405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566" y="240237"/>
            <a:ext cx="3705742" cy="654458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49592E1-96B3-C4FA-4308-A69621CB6F7A}"/>
              </a:ext>
            </a:extLst>
          </p:cNvPr>
          <p:cNvSpPr/>
          <p:nvPr/>
        </p:nvSpPr>
        <p:spPr>
          <a:xfrm>
            <a:off x="7549662" y="2672862"/>
            <a:ext cx="1770184" cy="10902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1D1119-AE8B-F423-9BE5-3BCDF2E92EA3}"/>
              </a:ext>
            </a:extLst>
          </p:cNvPr>
          <p:cNvSpPr/>
          <p:nvPr/>
        </p:nvSpPr>
        <p:spPr>
          <a:xfrm>
            <a:off x="7549662" y="1718631"/>
            <a:ext cx="801124" cy="3463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7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2213-9909-694C-1688-B475EDAD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10515600" cy="1325563"/>
          </a:xfrm>
        </p:spPr>
        <p:txBody>
          <a:bodyPr/>
          <a:lstStyle/>
          <a:p>
            <a:r>
              <a:rPr lang="en-US" dirty="0"/>
              <a:t>Use a local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7032-7A38-05F0-8F28-7327F59B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267803"/>
            <a:ext cx="11582401" cy="5333022"/>
          </a:xfrm>
        </p:spPr>
        <p:txBody>
          <a:bodyPr/>
          <a:lstStyle/>
          <a:p>
            <a:r>
              <a:rPr lang="en-US" dirty="0"/>
              <a:t>Find a picture of monarch butterfly from internet and download. Name it “monarch.jpg” and save the image file to </a:t>
            </a:r>
            <a:r>
              <a:rPr lang="en-US" dirty="0" err="1"/>
              <a:t>src</a:t>
            </a:r>
            <a:r>
              <a:rPr lang="en-US" dirty="0"/>
              <a:t>/assets folder: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in </a:t>
            </a:r>
            <a:r>
              <a:rPr lang="en-US" dirty="0" err="1"/>
              <a:t>App.jsx</a:t>
            </a:r>
            <a:r>
              <a:rPr lang="en-US" dirty="0"/>
              <a:t>:</a:t>
            </a:r>
          </a:p>
          <a:p>
            <a:r>
              <a:rPr lang="en-US" dirty="0"/>
              <a:t>And: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39D76-83AE-3328-99AC-00B08C80D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02" y="2154350"/>
            <a:ext cx="3238952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1D668-C9F3-4569-CF38-BDB358504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141" y="3429000"/>
            <a:ext cx="6521522" cy="1231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105315-FCAF-3EF2-8327-64A9F2BD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807" y="4210039"/>
            <a:ext cx="3620334" cy="239078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D8188D8-3122-5147-183A-4C2AE24E912D}"/>
              </a:ext>
            </a:extLst>
          </p:cNvPr>
          <p:cNvSpPr/>
          <p:nvPr/>
        </p:nvSpPr>
        <p:spPr>
          <a:xfrm>
            <a:off x="5236922" y="4210039"/>
            <a:ext cx="4806462" cy="5436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888334-58C1-7475-0E7D-AE81DD00095E}"/>
              </a:ext>
            </a:extLst>
          </p:cNvPr>
          <p:cNvSpPr/>
          <p:nvPr/>
        </p:nvSpPr>
        <p:spPr>
          <a:xfrm>
            <a:off x="1665047" y="6057900"/>
            <a:ext cx="2005277" cy="272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9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1A75-6A5B-7EF2-C736-1F27F729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4455"/>
            <a:ext cx="10515600" cy="1325563"/>
          </a:xfrm>
        </p:spPr>
        <p:txBody>
          <a:bodyPr/>
          <a:lstStyle/>
          <a:p>
            <a:r>
              <a:rPr lang="en-US" dirty="0"/>
              <a:t>Understanding the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679AD-73DE-3552-E4D0-D083FD0EA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20017"/>
            <a:ext cx="6585438" cy="4837907"/>
          </a:xfrm>
        </p:spPr>
        <p:txBody>
          <a:bodyPr/>
          <a:lstStyle/>
          <a:p>
            <a:r>
              <a:rPr lang="en-US" dirty="0"/>
              <a:t>The data starts in </a:t>
            </a:r>
            <a:r>
              <a:rPr lang="en-US" dirty="0" err="1"/>
              <a:t>App.jsx</a:t>
            </a:r>
            <a:r>
              <a:rPr lang="en-US" dirty="0"/>
              <a:t>. React passes the information down:</a:t>
            </a:r>
          </a:p>
          <a:p>
            <a:endParaRPr lang="en-US" dirty="0"/>
          </a:p>
          <a:p>
            <a:r>
              <a:rPr lang="en-US" dirty="0"/>
              <a:t>This is often called passing down to a child component. App is the parent. </a:t>
            </a:r>
            <a:r>
              <a:rPr lang="en-US" dirty="0" err="1"/>
              <a:t>ObservationCard</a:t>
            </a:r>
            <a:r>
              <a:rPr lang="en-US" dirty="0"/>
              <a:t> is the child.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8214D-28ED-9441-B65A-87F6F77E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837" y="1591200"/>
            <a:ext cx="3315163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9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9509-2019-DE62-931D-2F64C309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85" y="18254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BA57-E305-5CA4-EC46-F7A2E239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85" y="1214863"/>
            <a:ext cx="11031415" cy="5495929"/>
          </a:xfrm>
        </p:spPr>
        <p:txBody>
          <a:bodyPr>
            <a:normAutofit/>
          </a:bodyPr>
          <a:lstStyle/>
          <a:p>
            <a:r>
              <a:rPr lang="en-US" dirty="0"/>
              <a:t>What is a component?</a:t>
            </a:r>
          </a:p>
          <a:p>
            <a:pPr lvl="1"/>
            <a:r>
              <a:rPr lang="en-US" dirty="0"/>
              <a:t>A reusable piece of the user interface</a:t>
            </a:r>
          </a:p>
          <a:p>
            <a:r>
              <a:rPr lang="en-US" dirty="0"/>
              <a:t>Why use components?</a:t>
            </a:r>
          </a:p>
          <a:p>
            <a:pPr lvl="1"/>
            <a:r>
              <a:rPr lang="en-US" dirty="0"/>
              <a:t>We avoid duplicating code and can organize a complicated application into smaller pieces.</a:t>
            </a:r>
          </a:p>
          <a:p>
            <a:r>
              <a:rPr lang="en-US" dirty="0"/>
              <a:t>What are props?</a:t>
            </a:r>
          </a:p>
          <a:p>
            <a:pPr lvl="1"/>
            <a:r>
              <a:rPr lang="en-US" dirty="0"/>
              <a:t>Information passed from one component to another.</a:t>
            </a:r>
          </a:p>
          <a:p>
            <a:r>
              <a:rPr lang="en-US" dirty="0"/>
              <a:t>What does this do? </a:t>
            </a:r>
          </a:p>
          <a:p>
            <a:pPr lvl="1"/>
            <a:r>
              <a:rPr lang="en-US" dirty="0"/>
              <a:t>It creates an </a:t>
            </a:r>
            <a:r>
              <a:rPr lang="en-US" dirty="0" err="1"/>
              <a:t>ObservationCard</a:t>
            </a:r>
            <a:endParaRPr lang="en-US" dirty="0"/>
          </a:p>
          <a:p>
            <a:pPr lvl="1"/>
            <a:r>
              <a:rPr lang="en-US" dirty="0"/>
              <a:t>And passes “Monarch Butterfly” into its species prop. </a:t>
            </a:r>
          </a:p>
          <a:p>
            <a:r>
              <a:rPr lang="en-US" dirty="0"/>
              <a:t>What do { } mean in JSX? </a:t>
            </a:r>
          </a:p>
          <a:p>
            <a:pPr lvl="1"/>
            <a:r>
              <a:rPr lang="en-US" dirty="0"/>
              <a:t>It let us insert value </a:t>
            </a:r>
            <a:r>
              <a:rPr lang="en-US"/>
              <a:t>of props.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2A936-B218-8608-C95E-CDC058D73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831" y="4182351"/>
            <a:ext cx="4543964" cy="913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19E21D-1EA9-C53C-DC9E-6DCD5E4E0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718" y="5460861"/>
            <a:ext cx="2164564" cy="88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7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3557</TotalTime>
  <Words>470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React Components and Props</vt:lpstr>
      <vt:lpstr>Why do we need components?</vt:lpstr>
      <vt:lpstr>Create our first separate component</vt:lpstr>
      <vt:lpstr>Use the component in App.jsx</vt:lpstr>
      <vt:lpstr>But there’s a problem</vt:lpstr>
      <vt:lpstr>What are props?</vt:lpstr>
      <vt:lpstr>Receive the props</vt:lpstr>
      <vt:lpstr>Now reuse the component</vt:lpstr>
      <vt:lpstr>Let’s add more props</vt:lpstr>
      <vt:lpstr>PowerPoint Presentation</vt:lpstr>
      <vt:lpstr>Props don’t have to be text</vt:lpstr>
      <vt:lpstr>Add an observation photo</vt:lpstr>
      <vt:lpstr>Use a local photo</vt:lpstr>
      <vt:lpstr>Understanding the data flow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3</cp:revision>
  <dcterms:created xsi:type="dcterms:W3CDTF">2026-09-28T02:23:39Z</dcterms:created>
  <dcterms:modified xsi:type="dcterms:W3CDTF">2026-10-04T12:42:22Z</dcterms:modified>
</cp:coreProperties>
</file>