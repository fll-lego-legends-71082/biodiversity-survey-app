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1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0442-8063-B39C-B76B-62C5D08E1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7DFB2-A65F-C3A5-89C1-22162E2B2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FA2AB-2970-2E2A-27DD-620DE953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2AA8-EF05-3EC8-0184-BC84170A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1E704-F865-2E65-FBE8-289C4C20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0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B540-B853-6EDB-4610-89F454CE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0D21-204E-30D3-DEB3-32C630B98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772B7-153A-5CB8-D1DF-540C2126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C8DE3-FA54-5B28-2B48-FDC793A02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04EA2-2F70-0CAE-DDE5-A97C19C9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E951-3B70-F141-8E62-65D0648F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8C9C5-B7A1-927E-776C-A34664955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CBF58-5D87-17FF-4759-07BBD33B8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60B2C-DFFE-FC2C-0F01-1DDC519C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D5160-2EF0-2AB2-71A7-2A4AEA55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4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6EDE-7E17-5FA1-66EF-2925ECE4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15A5-74E8-DD1F-F02A-92AFE43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94607-BD72-72CD-E9EA-61163E594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0FEA6-901C-4673-F039-5D62C166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0D5CE-B040-A14C-4D09-688A4281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6B92A-13F8-6362-4793-ED374A35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2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B537-33F1-E22A-EA32-A533B2F4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A38E4-09E6-4D6A-2314-6E7D7097E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F19AB-35D7-5565-CD63-3C44F631E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47CBF-1546-8FFA-6937-ED90AF948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0AE652-1674-E28A-44C7-75B3CAEB9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C1FA5-7689-B7D0-26E9-8FCB41FBA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F6860-5E8D-7B53-B1D1-9A38B7E3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4CA3B-95BE-EA08-AD84-F9C9305E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5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DF5F-98C7-6F83-7277-20BFDF89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6ABED-2847-09C4-0B9C-43CD855A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2921C-7E8F-F222-1170-ADF2D079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20028-B675-E5FD-F266-E20879B6F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DB646-1B8C-5800-CAC9-4CE01973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73D84-0797-6F46-2E95-3441F532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857C6-378A-CAF6-2738-7D7F9B58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1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10D9-8C2A-10CB-7E79-9BE5B15C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6251E-1C27-5332-CB31-56B92DC1B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15BDA-80AA-653B-53C9-7F46EF07D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0C7BA-442F-CB21-0AA0-D03D6E27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B5EA3-0FF1-61CF-BBB8-34A70CD10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10EAE-0914-2439-87E8-737907D7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08A7-68B3-B27F-C027-39A6DA96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AA5B9-7570-E897-246B-CC65D6CCB2B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E005C1-81B9-5C8F-C60B-5B513C081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1E2E8-1A54-7E66-78B6-A706084B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C89CA-A818-62BF-D70D-9920C331A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E6BA3-5514-D58D-F932-49257E16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6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82E0-FAA2-C9D4-3348-1F87CAD74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B7782-4E3B-D266-9E10-03B5285B7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9C5F3-559A-C5CF-FEB3-F496C5AD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A3D53-9619-E433-906B-14DBA6F8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5974A-CC1A-F04D-6008-172A8744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1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CC770-F53A-3CD4-55F2-3B6BEDEE8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69205-8FD0-FBD2-8086-D81DBDF85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59E3E-6DE9-7CDF-BF43-3D03364E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4942A-CAF0-BF9B-604D-AA3751AB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F4DC5-ABEC-E08A-3513-604E77B6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7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B84CD0-2949-6E5D-6E5D-9618D96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05F38-0A05-2C72-EFEC-8E3F11474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7D23A-C5F3-0247-3890-320D54FA8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3B58A-83EA-4B82-9ECB-350076A9E89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1AB2B-F71C-1A2A-57EB-9359DDD07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7A853-6C2F-F306-A390-8049576A3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2C8A1D-7870-4FC1-9003-BE8A4EB3A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2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BFA5-C266-E551-897D-7F94506485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App Development lesson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5AC7D-BAB1-6A1E-123F-8FD5C6741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1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A4A9-D563-85BA-A332-50C38E837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523875"/>
            <a:ext cx="10639425" cy="5653088"/>
          </a:xfrm>
        </p:spPr>
        <p:txBody>
          <a:bodyPr>
            <a:normAutofit fontScale="850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React setup + JSX</a:t>
            </a:r>
            <a:r>
              <a:rPr lang="en-US" dirty="0"/>
              <a:t> — project structure, </a:t>
            </a:r>
            <a:r>
              <a:rPr lang="en-US" dirty="0" err="1"/>
              <a:t>App.jsx</a:t>
            </a:r>
            <a:r>
              <a:rPr lang="en-US" dirty="0"/>
              <a:t>, basic JSX.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Components + Props</a:t>
            </a:r>
            <a:r>
              <a:rPr lang="en-US" dirty="0"/>
              <a:t> — reusable </a:t>
            </a:r>
            <a:r>
              <a:rPr lang="en-US" dirty="0" err="1"/>
              <a:t>ObservationCard</a:t>
            </a:r>
            <a:r>
              <a:rPr lang="en-US" dirty="0"/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State + Events</a:t>
            </a:r>
            <a:r>
              <a:rPr lang="en-US" dirty="0"/>
              <a:t> — 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/>
              <a:t>onClick</a:t>
            </a:r>
            <a:r>
              <a:rPr lang="en-US" dirty="0"/>
              <a:t>, </a:t>
            </a:r>
            <a:r>
              <a:rPr lang="en-US" dirty="0" err="1"/>
              <a:t>onChange</a:t>
            </a:r>
            <a:r>
              <a:rPr lang="en-US" dirty="0"/>
              <a:t>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Arrays + .map() + .filter()</a:t>
            </a:r>
            <a:r>
              <a:rPr lang="en-US" dirty="0"/>
              <a:t> — render and search observation lists.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Forms + Add Observations</a:t>
            </a:r>
            <a:r>
              <a:rPr lang="en-US" dirty="0"/>
              <a:t> — enter species/location/category and add new records.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Styling the App</a:t>
            </a:r>
            <a:r>
              <a:rPr lang="en-US" dirty="0"/>
              <a:t> — CSS, layout, cards, buttons, mobile-friendly design.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Multiple Pages</a:t>
            </a:r>
            <a:r>
              <a:rPr lang="en-US" dirty="0"/>
              <a:t> — React Router for Home, Explore, Add Observation, About.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Working with APIs</a:t>
            </a:r>
            <a:r>
              <a:rPr lang="en-US" dirty="0"/>
              <a:t> — fetch, JSON, async/await, loading/error states.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iNaturalist Integration</a:t>
            </a:r>
            <a:r>
              <a:rPr lang="en-US" dirty="0"/>
              <a:t> — search real species/observations and display iNaturalist data.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GPS + Maps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Final FLL App</a:t>
            </a:r>
            <a:r>
              <a:rPr lang="en-US" dirty="0"/>
              <a:t> — combine everything into a polished demo your team can present.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6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Web App Development lesson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1</cp:revision>
  <dcterms:created xsi:type="dcterms:W3CDTF">2026-10-05T23:50:54Z</dcterms:created>
  <dcterms:modified xsi:type="dcterms:W3CDTF">2026-10-05T23:51:12Z</dcterms:modified>
</cp:coreProperties>
</file>