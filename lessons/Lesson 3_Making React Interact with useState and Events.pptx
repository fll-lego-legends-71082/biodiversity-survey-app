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FA0895D-D6ED-4037-B22A-8C42B850477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6"/>
            <p14:sldId id="265"/>
          </p14:sldIdLst>
        </p14:section>
        <p14:section name="Untitled Section" id="{F40C5CDE-D759-4A98-AD85-41499B93FAC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536B9-4AC1-98F1-5B13-155E4846C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00A8AB-5BA7-CC02-EEC8-601116D3A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E5C33-4941-EA17-72DD-6D4A905FB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B40C4-6F11-4ED3-BDDA-C0C8952EA44B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D0207-3712-9A13-8282-60AE73FE0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007C0-8C1C-7FE0-4B86-CFDB16E0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855D-2768-4EAE-BCDC-AB4722C5B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44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9DB3C-8409-6038-3B57-340368A09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AADE0-E801-4998-08EE-0B0F9D1FB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BE3F7-EE04-749D-CEB8-E6613D565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B40C4-6F11-4ED3-BDDA-C0C8952EA44B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7ED12-B165-E000-ADD4-F3A2A75B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8F39E-132F-3598-1AE3-B03A5520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855D-2768-4EAE-BCDC-AB4722C5B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50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0F8AF-4026-A332-CA31-AB69EB16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BA793-7B0A-4F3E-AEBD-6E600E9A3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6BCFF-A4EA-A41E-A3CB-46E3293A3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B40C4-6F11-4ED3-BDDA-C0C8952EA44B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F4D4C-8AFB-1D1F-9C7E-DFE1CC635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3566F-5036-0C85-33F9-56697DEB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855D-2768-4EAE-BCDC-AB4722C5B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56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BEE5-826B-B8A0-FFAD-7D7CED6A7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6DD56-E1C7-C628-74CF-175D43D5A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A4EDE-65AA-BC3A-A181-475B63574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DA5A3-6CF5-3851-7810-890AD161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B40C4-6F11-4ED3-BDDA-C0C8952EA44B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89810-BEDA-CF90-E2D0-10EBA0BDD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22DFE-4951-AFE5-9848-126722A2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855D-2768-4EAE-BCDC-AB4722C5B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0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C463-A714-2035-D188-3B810FD63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6CED8-E487-62B8-1DB6-9A82F341D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B98D1-4024-352F-7B1E-DB9D4385B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90918F-0E1F-7B65-9F90-11CE90DB17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2FB1F-859C-5928-3782-A015000BE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7751F0-D8F2-3FC9-1482-5BC5CEAE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B40C4-6F11-4ED3-BDDA-C0C8952EA44B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03458-692D-7C48-1C4F-CCFA87901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D38442-1AD7-4AFB-6C01-235288F5D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855D-2768-4EAE-BCDC-AB4722C5B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62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5EAA7-6D64-B861-870F-8FDE402AA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FD3A73-D66D-46E5-1F7D-02834008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B40C4-6F11-4ED3-BDDA-C0C8952EA44B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10A757-CB87-9170-B5F1-C57D95DC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26AA2-2979-92D5-E0EE-47A6D063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855D-2768-4EAE-BCDC-AB4722C5B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50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45CB35-3EC8-9D6C-938B-9F7973E98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B40C4-6F11-4ED3-BDDA-C0C8952EA44B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630A43-4C6F-2B51-5AEE-B409B980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C8DFB-36A1-90C0-159F-E41C8110B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855D-2768-4EAE-BCDC-AB4722C5B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6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D45AE-B5BF-254F-70CC-682E43E2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08051-B695-2755-A992-5C5AEC49E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ED581F-3B69-606E-1DA2-1536A20BD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A1802-B098-5181-5B74-DDAB84A33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B40C4-6F11-4ED3-BDDA-C0C8952EA44B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69131-45E6-641B-3612-14BE94221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B3752-7689-D79B-179E-18A3CF0C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855D-2768-4EAE-BCDC-AB4722C5B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436FD-568D-2F97-C580-E819ACB3E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F96120-EA92-0404-F7BC-2E659E09A99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BB9B5-B686-820E-AC63-D88C30AFB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362F4-437F-D141-F830-F1C09A047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B40C4-6F11-4ED3-BDDA-C0C8952EA44B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CE6D8-7260-18A1-CFD1-D53696A5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AD7E-B672-4BCE-EA13-3DEE41F31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855D-2768-4EAE-BCDC-AB4722C5B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8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D46E-BB5F-823C-957C-0E0E606F7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4E40E-F4F7-548D-4DEE-6B86CAF0E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A913D-36AA-AB87-31A7-1C329CE8A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B40C4-6F11-4ED3-BDDA-C0C8952EA44B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0CEEB-B0C9-6100-5407-24435B94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F6B6E-2DAE-4F49-11A5-5531CAD6E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855D-2768-4EAE-BCDC-AB4722C5B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90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D24112-F3F8-9AFB-9290-37A054FF7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E61D9-A157-DC30-2342-9BDD0D81F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33561-A953-EAD5-F1FE-C55BF7084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B40C4-6F11-4ED3-BDDA-C0C8952EA44B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7D6E6-3DB6-C6DC-9080-3969A78C7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EE85B-3899-9BC9-E664-20280164D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9855D-2768-4EAE-BCDC-AB4722C5B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67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9F690-865F-7E2F-D5A0-2A2D9692E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B3379-A313-6E45-7D62-AC53098A1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8E290-9394-FDC7-8E20-FD6597FA4B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3B40C4-6F11-4ED3-BDDA-C0C8952EA44B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ACF24-D830-A0AC-3B68-9468E96FC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0F7A9-2F7E-4AE1-3870-6E8FF93B9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D9855D-2768-4EAE-BCDC-AB4722C5B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41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4DE6-ED1A-E48B-B1FA-8657DB5DE5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Making React Interact with </a:t>
            </a:r>
            <a:r>
              <a:rPr lang="en-US" dirty="0" err="1"/>
              <a:t>useState</a:t>
            </a:r>
            <a:r>
              <a:rPr lang="en-US" dirty="0"/>
              <a:t> and Events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7DA753-5329-5B18-5453-8898E4B45C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00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3DA1A-8485-621E-CE8A-8BB1BE0F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107950"/>
            <a:ext cx="10515600" cy="1325563"/>
          </a:xfrm>
        </p:spPr>
        <p:txBody>
          <a:bodyPr/>
          <a:lstStyle/>
          <a:p>
            <a:r>
              <a:rPr lang="en-US" dirty="0"/>
              <a:t>The problem with our current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1443C-025C-DBD2-CAF0-323F6DE03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" y="1433512"/>
            <a:ext cx="10185888" cy="5131411"/>
          </a:xfrm>
        </p:spPr>
        <p:txBody>
          <a:bodyPr/>
          <a:lstStyle/>
          <a:p>
            <a:r>
              <a:rPr lang="en-US" dirty="0"/>
              <a:t>We displayed some buttons, for example:</a:t>
            </a:r>
          </a:p>
          <a:p>
            <a:endParaRPr lang="en-US" dirty="0"/>
          </a:p>
          <a:p>
            <a:r>
              <a:rPr lang="en-US" dirty="0"/>
              <a:t>Clicking it doesn’t do anything yet.</a:t>
            </a:r>
          </a:p>
          <a:p>
            <a:r>
              <a:rPr lang="en-US" dirty="0"/>
              <a:t>We need two new concepts: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CB442-2727-D389-2C63-201FADE8A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923" y="1909388"/>
            <a:ext cx="3158324" cy="812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A06BE3-59F9-D687-534B-B831F21B5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129" y="3197730"/>
            <a:ext cx="3248393" cy="310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60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9214D-6333-D6F7-7073-6347BC358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954" y="18255"/>
            <a:ext cx="10515600" cy="1325563"/>
          </a:xfrm>
        </p:spPr>
        <p:txBody>
          <a:bodyPr/>
          <a:lstStyle/>
          <a:p>
            <a:r>
              <a:rPr lang="en-US" dirty="0"/>
              <a:t>Our first </a:t>
            </a:r>
            <a:r>
              <a:rPr lang="en-US" dirty="0" err="1"/>
              <a:t>onClick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C96F7-BA22-9F71-1358-D1DE5E0B8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954" y="1343818"/>
            <a:ext cx="5293823" cy="4833145"/>
          </a:xfrm>
        </p:spPr>
        <p:txBody>
          <a:bodyPr/>
          <a:lstStyle/>
          <a:p>
            <a:r>
              <a:rPr lang="en-US" dirty="0"/>
              <a:t>Change </a:t>
            </a:r>
            <a:r>
              <a:rPr lang="en-US" dirty="0" err="1"/>
              <a:t>App.jsx</a:t>
            </a:r>
            <a:r>
              <a:rPr lang="en-US" dirty="0"/>
              <a:t> temporarily to:</a:t>
            </a:r>
          </a:p>
          <a:p>
            <a:r>
              <a:rPr lang="en-US" dirty="0"/>
              <a:t>Try clicking the button.</a:t>
            </a:r>
          </a:p>
          <a:p>
            <a:r>
              <a:rPr lang="en-US" dirty="0"/>
              <a:t>You should get a pop up: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97F4B5-F100-098A-2DCB-1E10021BE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675" y="903383"/>
            <a:ext cx="4757827" cy="5273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51BCF7-A57D-128D-25FB-6B2808B9C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15" y="2999618"/>
            <a:ext cx="3937139" cy="68142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CAE074C-5399-E2BD-0563-1344236A7C0D}"/>
              </a:ext>
            </a:extLst>
          </p:cNvPr>
          <p:cNvSpPr/>
          <p:nvPr/>
        </p:nvSpPr>
        <p:spPr>
          <a:xfrm>
            <a:off x="7171699" y="3901383"/>
            <a:ext cx="2027386" cy="45027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450DB7-861E-DA2C-A206-328ED005CEFE}"/>
              </a:ext>
            </a:extLst>
          </p:cNvPr>
          <p:cNvSpPr txBox="1"/>
          <p:nvPr/>
        </p:nvSpPr>
        <p:spPr>
          <a:xfrm>
            <a:off x="1210621" y="4126522"/>
            <a:ext cx="3449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means:</a:t>
            </a:r>
          </a:p>
          <a:p>
            <a:r>
              <a:rPr lang="en-US" dirty="0"/>
              <a:t>When someone click this button, run the </a:t>
            </a:r>
            <a:r>
              <a:rPr lang="en-US" dirty="0" err="1"/>
              <a:t>handleClick</a:t>
            </a:r>
            <a:r>
              <a:rPr lang="en-US" dirty="0"/>
              <a:t> function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56FBBA-C96D-C4C2-DE24-38B81B94AE6B}"/>
              </a:ext>
            </a:extLst>
          </p:cNvPr>
          <p:cNvCxnSpPr>
            <a:cxnSpLocks/>
          </p:cNvCxnSpPr>
          <p:nvPr/>
        </p:nvCxnSpPr>
        <p:spPr>
          <a:xfrm flipV="1">
            <a:off x="4581665" y="4236507"/>
            <a:ext cx="2379231" cy="4616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058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AD2E5-D1AB-CE78-9207-DAE64C1D9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76" y="155805"/>
            <a:ext cx="10515600" cy="1325563"/>
          </a:xfrm>
        </p:spPr>
        <p:txBody>
          <a:bodyPr/>
          <a:lstStyle/>
          <a:p>
            <a:r>
              <a:rPr lang="en-US" dirty="0"/>
              <a:t>Understanding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B6EF7-755E-F976-05E1-76BF6C59B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576" y="1393233"/>
            <a:ext cx="10836007" cy="4695595"/>
          </a:xfrm>
        </p:spPr>
        <p:txBody>
          <a:bodyPr/>
          <a:lstStyle/>
          <a:p>
            <a:r>
              <a:rPr lang="en-US" dirty="0"/>
              <a:t>React connects the function to the button through</a:t>
            </a:r>
          </a:p>
          <a:p>
            <a:r>
              <a:rPr lang="en-US" dirty="0"/>
              <a:t>So the flow is: </a:t>
            </a:r>
          </a:p>
          <a:p>
            <a:r>
              <a:rPr lang="en-US" dirty="0"/>
              <a:t>React has many events: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9BF9B3-EA5B-F5DA-53F5-D3D7C5574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0863" y="1481367"/>
            <a:ext cx="2835614" cy="7660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AD83D8-BFCD-F511-EDC9-D0EA2BC9F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002" y="1864403"/>
            <a:ext cx="3376967" cy="3883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6D7380-AC34-E98B-176B-E3B39D290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936" y="3261187"/>
            <a:ext cx="2630065" cy="197255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DB82AD-224C-4A2B-86B9-6712C4DDAB29}"/>
              </a:ext>
            </a:extLst>
          </p:cNvPr>
          <p:cNvCxnSpPr>
            <a:cxnSpLocks/>
          </p:cNvCxnSpPr>
          <p:nvPr/>
        </p:nvCxnSpPr>
        <p:spPr>
          <a:xfrm>
            <a:off x="3286098" y="2161189"/>
            <a:ext cx="15280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448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06113-5AC0-D681-EC9E-ABDD98A75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373" y="18255"/>
            <a:ext cx="10515600" cy="1325563"/>
          </a:xfrm>
        </p:spPr>
        <p:txBody>
          <a:bodyPr/>
          <a:lstStyle/>
          <a:p>
            <a:r>
              <a:rPr lang="en-US" dirty="0"/>
              <a:t>Understanding state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68E4D-C5B8-6A15-BC0E-D7BDA78FF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509" y="1343817"/>
            <a:ext cx="11507118" cy="5381835"/>
          </a:xfrm>
        </p:spPr>
        <p:txBody>
          <a:bodyPr/>
          <a:lstStyle/>
          <a:p>
            <a:r>
              <a:rPr lang="en-US" dirty="0"/>
              <a:t>After clicking the button “Select Species” , React needs to remember which species was selected. That’s called </a:t>
            </a:r>
            <a:r>
              <a:rPr lang="en-US" b="1" dirty="0"/>
              <a:t>state</a:t>
            </a:r>
            <a:r>
              <a:rPr lang="en-US" dirty="0"/>
              <a:t>. We use:</a:t>
            </a:r>
          </a:p>
          <a:p>
            <a:r>
              <a:rPr lang="en-US" dirty="0"/>
              <a:t> At the top of </a:t>
            </a:r>
            <a:r>
              <a:rPr lang="en-US" dirty="0" err="1"/>
              <a:t>App.jsx</a:t>
            </a:r>
            <a:r>
              <a:rPr lang="en-US" dirty="0"/>
              <a:t>, we have :</a:t>
            </a:r>
          </a:p>
          <a:p>
            <a:endParaRPr lang="en-US" dirty="0"/>
          </a:p>
          <a:p>
            <a:r>
              <a:rPr lang="en-US" dirty="0"/>
              <a:t>Now let’s set a button “</a:t>
            </a:r>
            <a:r>
              <a:rPr lang="en-US" dirty="0" err="1"/>
              <a:t>selectMonarch</a:t>
            </a:r>
            <a:r>
              <a:rPr lang="en-US" dirty="0"/>
              <a:t>” on the browser and display selected species under a header “Selected Species”.  So we change function App() in </a:t>
            </a:r>
            <a:r>
              <a:rPr lang="en-US" dirty="0" err="1"/>
              <a:t>App.jsx</a:t>
            </a:r>
            <a:r>
              <a:rPr lang="en-US" dirty="0"/>
              <a:t> to: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C80A55-4F97-D4FC-3BC3-050045033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002" y="1801559"/>
            <a:ext cx="2340489" cy="8678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630E46-CB36-46C6-52BC-AF7C2BF4D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069" y="2235470"/>
            <a:ext cx="3904797" cy="97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704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07A0B-B89B-107C-5EA0-F4B9C1925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036" y="9525"/>
            <a:ext cx="10515600" cy="1325563"/>
          </a:xfrm>
        </p:spPr>
        <p:txBody>
          <a:bodyPr/>
          <a:lstStyle/>
          <a:p>
            <a:r>
              <a:rPr lang="en-US" dirty="0"/>
              <a:t>Understanding state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933C12-D349-3384-A2FD-E93600ECAA9E}"/>
              </a:ext>
            </a:extLst>
          </p:cNvPr>
          <p:cNvSpPr txBox="1"/>
          <p:nvPr/>
        </p:nvSpPr>
        <p:spPr>
          <a:xfrm>
            <a:off x="5520836" y="3475892"/>
            <a:ext cx="472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Try it. Initially it displays</a:t>
            </a:r>
          </a:p>
          <a:p>
            <a:r>
              <a:rPr lang="en-US" dirty="0"/>
              <a:t>Click the button.</a:t>
            </a:r>
          </a:p>
          <a:p>
            <a:r>
              <a:rPr lang="en-US" dirty="0"/>
              <a:t>It changes to: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6730DF-8BEA-07DA-3A14-88A40B4D9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49" y="3440246"/>
            <a:ext cx="1514686" cy="638264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89A51F0-01BE-3177-F514-0F6D1B191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3753" y="1253331"/>
            <a:ext cx="4977768" cy="435133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9C10B31-E47B-D893-9465-6CEF36A4C4D0}"/>
              </a:ext>
            </a:extLst>
          </p:cNvPr>
          <p:cNvSpPr/>
          <p:nvPr/>
        </p:nvSpPr>
        <p:spPr>
          <a:xfrm>
            <a:off x="263036" y="1476047"/>
            <a:ext cx="4939203" cy="5620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016C93-0F02-A445-601E-5EB298AD2FD9}"/>
              </a:ext>
            </a:extLst>
          </p:cNvPr>
          <p:cNvSpPr txBox="1"/>
          <p:nvPr/>
        </p:nvSpPr>
        <p:spPr>
          <a:xfrm>
            <a:off x="5376231" y="1167788"/>
            <a:ext cx="54974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means:</a:t>
            </a:r>
          </a:p>
          <a:p>
            <a:r>
              <a:rPr lang="en-US" dirty="0"/>
              <a:t>Create a state called selectedSpecies. Start it as “None” and make a function called </a:t>
            </a:r>
            <a:r>
              <a:rPr lang="en-US" dirty="0" err="1"/>
              <a:t>setSelectedSpecies</a:t>
            </a:r>
            <a:r>
              <a:rPr lang="en-US" dirty="0"/>
              <a:t> for changing it.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E1E8A3-F880-BB6D-028A-97BFC7C1E11B}"/>
              </a:ext>
            </a:extLst>
          </p:cNvPr>
          <p:cNvSpPr txBox="1"/>
          <p:nvPr/>
        </p:nvSpPr>
        <p:spPr>
          <a:xfrm>
            <a:off x="5520836" y="2581016"/>
            <a:ext cx="4846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Here, the state selectedSpecies change to Monarch Butterfly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DDFD18-F254-9907-1B57-237B2CB42858}"/>
              </a:ext>
            </a:extLst>
          </p:cNvPr>
          <p:cNvCxnSpPr/>
          <p:nvPr/>
        </p:nvCxnSpPr>
        <p:spPr>
          <a:xfrm flipH="1" flipV="1">
            <a:off x="4027121" y="2305060"/>
            <a:ext cx="1344058" cy="6169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9ACADE3D-3041-3DFD-DA40-5DFFA7350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297" y="4434868"/>
            <a:ext cx="1714739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64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0741-B7EC-0E13-A2ED-191C78A4D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75" y="0"/>
            <a:ext cx="10515600" cy="1325563"/>
          </a:xfrm>
        </p:spPr>
        <p:txBody>
          <a:bodyPr/>
          <a:lstStyle/>
          <a:p>
            <a:r>
              <a:rPr lang="en-US" dirty="0"/>
              <a:t>Add several species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2B52B-4A3C-0058-B722-CFB4706B2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99" y="1151122"/>
            <a:ext cx="4867281" cy="52166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Change function App() in </a:t>
            </a:r>
            <a:r>
              <a:rPr lang="en-US" dirty="0" err="1"/>
              <a:t>App.jsx</a:t>
            </a:r>
            <a:r>
              <a:rPr lang="en-US" dirty="0"/>
              <a:t> to:</a:t>
            </a:r>
          </a:p>
          <a:p>
            <a:r>
              <a:rPr lang="en-US" dirty="0"/>
              <a:t>This is an arrow function. It is a short version of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So it means: </a:t>
            </a:r>
          </a:p>
          <a:p>
            <a:pPr lvl="1"/>
            <a:r>
              <a:rPr lang="en-US" dirty="0"/>
              <a:t>When this button is clicked, change selectedSpecies to “Monarch Butterfly” </a:t>
            </a:r>
          </a:p>
          <a:p>
            <a:r>
              <a:rPr lang="en-US" dirty="0"/>
              <a:t>Try clicking different buttons to see the changes.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B7AC22-2B41-CDA6-7C94-B01064246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562" y="0"/>
            <a:ext cx="6996639" cy="6858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EC50A44B-81CD-C363-ACB8-F835A0774906}"/>
              </a:ext>
            </a:extLst>
          </p:cNvPr>
          <p:cNvSpPr/>
          <p:nvPr/>
        </p:nvSpPr>
        <p:spPr>
          <a:xfrm>
            <a:off x="6830458" y="1773714"/>
            <a:ext cx="537990" cy="3576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CBD1D7-9450-098E-86DA-D95A8DB92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68" y="2877503"/>
            <a:ext cx="4638225" cy="11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883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2D156-0198-62FD-494F-2EB81338F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458" y="0"/>
            <a:ext cx="10515600" cy="1325563"/>
          </a:xfrm>
        </p:spPr>
        <p:txBody>
          <a:bodyPr/>
          <a:lstStyle/>
          <a:p>
            <a:r>
              <a:rPr lang="en-US" dirty="0"/>
              <a:t>Let’s make a counter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DDE00-818F-1437-D471-C74E0926C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458" y="1325564"/>
            <a:ext cx="11000342" cy="5532436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App.jsx</a:t>
            </a:r>
            <a:r>
              <a:rPr lang="en-US" dirty="0"/>
              <a:t> function App( ), add  </a:t>
            </a:r>
          </a:p>
          <a:p>
            <a:endParaRPr lang="en-US" dirty="0"/>
          </a:p>
          <a:p>
            <a:r>
              <a:rPr lang="en-US" dirty="0"/>
              <a:t>Then: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Now each click changes: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065B8-87B6-1767-B7D2-21A1B54E0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88" y="1792707"/>
            <a:ext cx="6914415" cy="5133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6C34CC-8AED-479D-351D-46891BCC4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231" y="2471453"/>
            <a:ext cx="5590798" cy="2196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368492-5252-EC75-13C9-DE4B27572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547" y="4884813"/>
            <a:ext cx="643924" cy="175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54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27CF1-F8EA-B7BF-7683-A1A60D2CB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64" y="18255"/>
            <a:ext cx="10515600" cy="1325563"/>
          </a:xfrm>
        </p:spPr>
        <p:txBody>
          <a:bodyPr/>
          <a:lstStyle/>
          <a:p>
            <a:r>
              <a:rPr lang="en-US" dirty="0"/>
              <a:t>Let’s learn </a:t>
            </a:r>
            <a:r>
              <a:rPr lang="en-US" dirty="0" err="1"/>
              <a:t>onChange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8DE14-30AD-AC65-C34D-21E222E69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064" y="1203158"/>
            <a:ext cx="10948736" cy="5303150"/>
          </a:xfrm>
        </p:spPr>
        <p:txBody>
          <a:bodyPr/>
          <a:lstStyle/>
          <a:p>
            <a:r>
              <a:rPr lang="en-US" dirty="0"/>
              <a:t>Buttons use </a:t>
            </a:r>
            <a:r>
              <a:rPr lang="en-US" dirty="0" err="1"/>
              <a:t>onClick</a:t>
            </a:r>
            <a:r>
              <a:rPr lang="en-US" dirty="0"/>
              <a:t>.</a:t>
            </a:r>
          </a:p>
          <a:p>
            <a:r>
              <a:rPr lang="en-US" dirty="0"/>
              <a:t>Text boxes commonly use </a:t>
            </a:r>
            <a:r>
              <a:rPr lang="en-US" dirty="0" err="1"/>
              <a:t>onChange</a:t>
            </a:r>
            <a:r>
              <a:rPr lang="en-US" dirty="0"/>
              <a:t>.</a:t>
            </a:r>
          </a:p>
          <a:p>
            <a:r>
              <a:rPr lang="en-US" dirty="0"/>
              <a:t>Add another state variable:</a:t>
            </a:r>
          </a:p>
          <a:p>
            <a:r>
              <a:rPr lang="en-US" dirty="0"/>
              <a:t>Then add: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Try typing “butterfly”</a:t>
            </a:r>
          </a:p>
          <a:p>
            <a:r>
              <a:rPr lang="en-US" dirty="0"/>
              <a:t>The page should immediately show: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DE8247-62D5-FBFD-24DB-1BF5BB1CC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026" y="2300863"/>
            <a:ext cx="5590114" cy="4557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B03543-5968-00A9-8271-D6B5C6848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595" y="3135109"/>
            <a:ext cx="5047561" cy="1932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A7EB56-9DE2-F3C1-3480-AC5BF41B2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852" y="5887270"/>
            <a:ext cx="3022113" cy="455716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7A6711C-E7FE-E674-ED80-F1C1550660D2}"/>
              </a:ext>
            </a:extLst>
          </p:cNvPr>
          <p:cNvSpPr/>
          <p:nvPr/>
        </p:nvSpPr>
        <p:spPr>
          <a:xfrm>
            <a:off x="1740666" y="4054207"/>
            <a:ext cx="4469634" cy="3415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9CD4E-B943-7251-EF1C-48DC50603A05}"/>
              </a:ext>
            </a:extLst>
          </p:cNvPr>
          <p:cNvSpPr txBox="1"/>
          <p:nvPr/>
        </p:nvSpPr>
        <p:spPr>
          <a:xfrm>
            <a:off x="6907576" y="3244334"/>
            <a:ext cx="444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What’s happing here:</a:t>
            </a:r>
          </a:p>
          <a:p>
            <a:r>
              <a:rPr lang="en-US" dirty="0"/>
              <a:t>When you type in the text box, React receives an event. Then React updates the state </a:t>
            </a:r>
            <a:r>
              <a:rPr lang="en-US" dirty="0" err="1">
                <a:highlight>
                  <a:srgbClr val="808080"/>
                </a:highlight>
              </a:rPr>
              <a:t>searchText</a:t>
            </a:r>
            <a:endParaRPr lang="en-US" b="1" dirty="0">
              <a:highlight>
                <a:srgbClr val="8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95131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72FE-AC32-0786-2E5F-CA3ACB00B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Reset button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5F265C-7AAE-5386-7801-181CFF1917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4838"/>
            <a:ext cx="4922188" cy="103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247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E8F22-D156-A673-E4BF-5B3F4B19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87" y="133771"/>
            <a:ext cx="10515600" cy="1325563"/>
          </a:xfrm>
        </p:spPr>
        <p:txBody>
          <a:bodyPr/>
          <a:lstStyle/>
          <a:p>
            <a:r>
              <a:rPr lang="en-US" dirty="0"/>
              <a:t>Put everything together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4A28D3-AF95-4EC2-955F-D31C77F77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8900"/>
            <a:ext cx="10515600" cy="4351338"/>
          </a:xfrm>
        </p:spPr>
        <p:txBody>
          <a:bodyPr/>
          <a:lstStyle/>
          <a:p>
            <a:r>
              <a:rPr lang="en-US" dirty="0"/>
              <a:t>See App_lesson3.jsx attached.</a:t>
            </a:r>
          </a:p>
          <a:p>
            <a:r>
              <a:rPr lang="en-US" dirty="0"/>
              <a:t>On the top, three state variables are created: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 you know why these three pieces of information need state?</a:t>
            </a:r>
          </a:p>
          <a:p>
            <a:r>
              <a:rPr lang="en-US" dirty="0"/>
              <a:t>The most important concept of this lesson is </a:t>
            </a:r>
          </a:p>
          <a:p>
            <a:pPr lvl="1"/>
            <a:r>
              <a:rPr lang="en-US" dirty="0"/>
              <a:t>Props are information passed into a component. State is information a component needs to remember and change.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45AB61-7D3A-1F9E-6C11-E20BCD555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175" y="2413047"/>
            <a:ext cx="7401958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349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5135</TotalTime>
  <Words>402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Making React Interact with useState and Events</vt:lpstr>
      <vt:lpstr>The problem with our current app</vt:lpstr>
      <vt:lpstr>Our first onClick</vt:lpstr>
      <vt:lpstr>Understanding events</vt:lpstr>
      <vt:lpstr>Understanding state </vt:lpstr>
      <vt:lpstr>Understanding state </vt:lpstr>
      <vt:lpstr>Add several species</vt:lpstr>
      <vt:lpstr>Let’s make a counter</vt:lpstr>
      <vt:lpstr>Let’s learn onChange</vt:lpstr>
      <vt:lpstr>Add Reset button</vt:lpstr>
      <vt:lpstr>Put everything together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Ping Bai</dc:creator>
  <cp:lastModifiedBy>Ping Bai</cp:lastModifiedBy>
  <cp:revision>10</cp:revision>
  <dcterms:created xsi:type="dcterms:W3CDTF">2026-10-04T14:51:38Z</dcterms:created>
  <dcterms:modified xsi:type="dcterms:W3CDTF">2026-10-13T02:12:20Z</dcterms:modified>
</cp:coreProperties>
</file>